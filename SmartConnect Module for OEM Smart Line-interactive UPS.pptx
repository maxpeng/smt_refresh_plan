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 id="2147483648" r:id="rId2"/>
  </p:sldMasterIdLst>
  <p:notesMasterIdLst>
    <p:notesMasterId r:id="rId12"/>
  </p:notesMasterIdLst>
  <p:handoutMasterIdLst>
    <p:handoutMasterId r:id="rId13"/>
  </p:handoutMasterIdLst>
  <p:sldIdLst>
    <p:sldId id="256" r:id="rId3"/>
    <p:sldId id="258" r:id="rId4"/>
    <p:sldId id="261" r:id="rId5"/>
    <p:sldId id="262" r:id="rId6"/>
    <p:sldId id="263" r:id="rId7"/>
    <p:sldId id="264" r:id="rId8"/>
    <p:sldId id="265" r:id="rId9"/>
    <p:sldId id="266" r:id="rId10"/>
    <p:sldId id="260" r:id="rId11"/>
  </p:sldIdLst>
  <p:sldSz cx="9144000" cy="5143500" type="screen16x9"/>
  <p:notesSz cx="7099300" cy="10234613"/>
  <p:defaultText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31">
          <p15:clr>
            <a:srgbClr val="A4A3A4"/>
          </p15:clr>
        </p15:guide>
        <p15:guide id="2" orient="horz" pos="2762">
          <p15:clr>
            <a:srgbClr val="A4A3A4"/>
          </p15:clr>
        </p15:guide>
        <p15:guide id="3" orient="horz" pos="990">
          <p15:clr>
            <a:srgbClr val="A4A3A4"/>
          </p15:clr>
        </p15:guide>
        <p15:guide id="4" orient="horz" pos="3104">
          <p15:clr>
            <a:srgbClr val="A4A3A4"/>
          </p15:clr>
        </p15:guide>
        <p15:guide id="5" orient="horz" pos="566">
          <p15:clr>
            <a:srgbClr val="A4A3A4"/>
          </p15:clr>
        </p15:guide>
        <p15:guide id="6" orient="horz" pos="2639">
          <p15:clr>
            <a:srgbClr val="A4A3A4"/>
          </p15:clr>
        </p15:guide>
        <p15:guide id="7" orient="horz" pos="758">
          <p15:clr>
            <a:srgbClr val="A4A3A4"/>
          </p15:clr>
        </p15:guide>
        <p15:guide id="8" orient="horz" pos="145">
          <p15:clr>
            <a:srgbClr val="A4A3A4"/>
          </p15:clr>
        </p15:guide>
        <p15:guide id="9" orient="horz" pos="1688">
          <p15:clr>
            <a:srgbClr val="A4A3A4"/>
          </p15:clr>
        </p15:guide>
        <p15:guide id="10" orient="horz" pos="2828">
          <p15:clr>
            <a:srgbClr val="A4A3A4"/>
          </p15:clr>
        </p15:guide>
        <p15:guide id="11" pos="5630">
          <p15:clr>
            <a:srgbClr val="A4A3A4"/>
          </p15:clr>
        </p15:guide>
        <p15:guide id="12" pos="3788">
          <p15:clr>
            <a:srgbClr val="A4A3A4"/>
          </p15:clr>
        </p15:guide>
        <p15:guide id="13" pos="2906">
          <p15:clr>
            <a:srgbClr val="A4A3A4"/>
          </p15:clr>
        </p15:guide>
        <p15:guide id="14" pos="3674">
          <p15:clr>
            <a:srgbClr val="A4A3A4"/>
          </p15:clr>
        </p15:guide>
        <p15:guide id="15" pos="3901">
          <p15:clr>
            <a:srgbClr val="A4A3A4"/>
          </p15:clr>
        </p15:guide>
        <p15:guide id="16" pos="3018">
          <p15:clr>
            <a:srgbClr val="A4A3A4"/>
          </p15:clr>
        </p15:guide>
        <p15:guide id="17" pos="2791">
          <p15:clr>
            <a:srgbClr val="A4A3A4"/>
          </p15:clr>
        </p15:guide>
        <p15:guide id="18" pos="159">
          <p15:clr>
            <a:srgbClr val="A4A3A4"/>
          </p15:clr>
        </p15:guide>
        <p15:guide id="19" pos="1847">
          <p15:clr>
            <a:srgbClr val="A4A3A4"/>
          </p15:clr>
        </p15:guide>
        <p15:guide id="20" orient="horz" pos="2759">
          <p15:clr>
            <a:srgbClr val="A4A3A4"/>
          </p15:clr>
        </p15:guide>
        <p15:guide id="21" orient="horz" pos="1628">
          <p15:clr>
            <a:srgbClr val="A4A3A4"/>
          </p15:clr>
        </p15:guide>
        <p15:guide id="22" pos="2876">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ackie Barlow"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6C74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8315" autoAdjust="0"/>
  </p:normalViewPr>
  <p:slideViewPr>
    <p:cSldViewPr snapToGrid="0">
      <p:cViewPr varScale="1">
        <p:scale>
          <a:sx n="147" d="100"/>
          <a:sy n="147" d="100"/>
        </p:scale>
        <p:origin x="600" y="114"/>
      </p:cViewPr>
      <p:guideLst>
        <p:guide orient="horz" pos="1831"/>
        <p:guide orient="horz" pos="2762"/>
        <p:guide orient="horz" pos="990"/>
        <p:guide orient="horz" pos="3104"/>
        <p:guide orient="horz" pos="566"/>
        <p:guide orient="horz" pos="2639"/>
        <p:guide orient="horz" pos="758"/>
        <p:guide orient="horz" pos="145"/>
        <p:guide orient="horz" pos="1688"/>
        <p:guide orient="horz" pos="2828"/>
        <p:guide pos="5630"/>
        <p:guide pos="3788"/>
        <p:guide pos="2906"/>
        <p:guide pos="3674"/>
        <p:guide pos="3901"/>
        <p:guide pos="3018"/>
        <p:guide pos="2791"/>
        <p:guide pos="159"/>
        <p:guide pos="1847"/>
        <p:guide orient="horz" pos="2759"/>
        <p:guide orient="horz" pos="1628"/>
        <p:guide pos="28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7" d="100"/>
          <a:sy n="47" d="100"/>
        </p:scale>
        <p:origin x="-2370" y="-96"/>
      </p:cViewPr>
      <p:guideLst>
        <p:guide orient="horz" pos="3223"/>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dirty="0"/>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3122E3A8-67DD-A54D-9ACE-7F6180D1A288}" type="datetimeFigureOut">
              <a:rPr lang="en-US" smtClean="0"/>
              <a:pPr/>
              <a:t>6/13/2023</a:t>
            </a:fld>
            <a:endParaRPr lang="en-US" dirty="0"/>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dirty="0"/>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B5D751CF-426F-9546-9000-18E529FDEBDA}" type="slidenum">
              <a:rPr lang="en-US" smtClean="0"/>
              <a:pPr/>
              <a:t>‹#›</a:t>
            </a:fld>
            <a:endParaRPr lang="en-US" dirty="0"/>
          </a:p>
        </p:txBody>
      </p:sp>
    </p:spTree>
    <p:extLst>
      <p:ext uri="{BB962C8B-B14F-4D97-AF65-F5344CB8AC3E}">
        <p14:creationId xmlns:p14="http://schemas.microsoft.com/office/powerpoint/2010/main" val="3999892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dirty="0"/>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95BCB8AE-B9B2-1648-AE7C-D9F4FF496627}" type="datetimeFigureOut">
              <a:rPr lang="en-US" smtClean="0"/>
              <a:pPr/>
              <a:t>6/13/2023</a:t>
            </a:fld>
            <a:endParaRPr lang="en-US" dirty="0"/>
          </a:p>
        </p:txBody>
      </p:sp>
      <p:sp>
        <p:nvSpPr>
          <p:cNvPr id="4" name="Slide Image Placeholder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endParaRPr lang="en-US" dirty="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E7F34D1A-B7E5-DE48-8EA9-859D9DE63652}" type="slidenum">
              <a:rPr lang="en-US" smtClean="0"/>
              <a:pPr/>
              <a:t>‹#›</a:t>
            </a:fld>
            <a:endParaRPr lang="en-US" dirty="0"/>
          </a:p>
        </p:txBody>
      </p:sp>
    </p:spTree>
    <p:extLst>
      <p:ext uri="{BB962C8B-B14F-4D97-AF65-F5344CB8AC3E}">
        <p14:creationId xmlns:p14="http://schemas.microsoft.com/office/powerpoint/2010/main" val="725433361"/>
      </p:ext>
    </p:extLst>
  </p:cSld>
  <p:clrMap bg1="lt1" tx1="dk1" bg2="lt2" tx2="dk2" accent1="accent1" accent2="accent2" accent3="accent3" accent4="accent4" accent5="accent5" accent6="accent6" hlink="hlink" folHlink="folHlink"/>
  <p:hf hdr="0" ftr="0" dt="0"/>
  <p:notesStyle>
    <a:lvl1pPr marL="0" algn="l" defTabSz="457184" rtl="0" eaLnBrk="1" latinLnBrk="0" hangingPunct="1">
      <a:defRPr sz="1200" kern="1200">
        <a:solidFill>
          <a:schemeClr val="tx1"/>
        </a:solidFill>
        <a:latin typeface="+mn-lt"/>
        <a:ea typeface="+mn-ea"/>
        <a:cs typeface="+mn-cs"/>
      </a:defRPr>
    </a:lvl1pPr>
    <a:lvl2pPr marL="457184" algn="l" defTabSz="457184" rtl="0" eaLnBrk="1" latinLnBrk="0" hangingPunct="1">
      <a:defRPr sz="1200" kern="1200">
        <a:solidFill>
          <a:schemeClr val="tx1"/>
        </a:solidFill>
        <a:latin typeface="+mn-lt"/>
        <a:ea typeface="+mn-ea"/>
        <a:cs typeface="+mn-cs"/>
      </a:defRPr>
    </a:lvl2pPr>
    <a:lvl3pPr marL="914367" algn="l" defTabSz="457184" rtl="0" eaLnBrk="1" latinLnBrk="0" hangingPunct="1">
      <a:defRPr sz="1200" kern="1200">
        <a:solidFill>
          <a:schemeClr val="tx1"/>
        </a:solidFill>
        <a:latin typeface="+mn-lt"/>
        <a:ea typeface="+mn-ea"/>
        <a:cs typeface="+mn-cs"/>
      </a:defRPr>
    </a:lvl3pPr>
    <a:lvl4pPr marL="1371552" algn="l" defTabSz="457184" rtl="0" eaLnBrk="1" latinLnBrk="0" hangingPunct="1">
      <a:defRPr sz="1200" kern="1200">
        <a:solidFill>
          <a:schemeClr val="tx1"/>
        </a:solidFill>
        <a:latin typeface="+mn-lt"/>
        <a:ea typeface="+mn-ea"/>
        <a:cs typeface="+mn-cs"/>
      </a:defRPr>
    </a:lvl4pPr>
    <a:lvl5pPr marL="1828736" algn="l" defTabSz="457184" rtl="0" eaLnBrk="1" latinLnBrk="0" hangingPunct="1">
      <a:defRPr sz="1200" kern="1200">
        <a:solidFill>
          <a:schemeClr val="tx1"/>
        </a:solidFill>
        <a:latin typeface="+mn-lt"/>
        <a:ea typeface="+mn-ea"/>
        <a:cs typeface="+mn-cs"/>
      </a:defRPr>
    </a:lvl5pPr>
    <a:lvl6pPr marL="2285919" algn="l" defTabSz="457184" rtl="0" eaLnBrk="1" latinLnBrk="0" hangingPunct="1">
      <a:defRPr sz="1200" kern="1200">
        <a:solidFill>
          <a:schemeClr val="tx1"/>
        </a:solidFill>
        <a:latin typeface="+mn-lt"/>
        <a:ea typeface="+mn-ea"/>
        <a:cs typeface="+mn-cs"/>
      </a:defRPr>
    </a:lvl6pPr>
    <a:lvl7pPr marL="2743103" algn="l" defTabSz="457184" rtl="0" eaLnBrk="1" latinLnBrk="0" hangingPunct="1">
      <a:defRPr sz="1200" kern="1200">
        <a:solidFill>
          <a:schemeClr val="tx1"/>
        </a:solidFill>
        <a:latin typeface="+mn-lt"/>
        <a:ea typeface="+mn-ea"/>
        <a:cs typeface="+mn-cs"/>
      </a:defRPr>
    </a:lvl7pPr>
    <a:lvl8pPr marL="3200287" algn="l" defTabSz="457184" rtl="0" eaLnBrk="1" latinLnBrk="0" hangingPunct="1">
      <a:defRPr sz="1200" kern="1200">
        <a:solidFill>
          <a:schemeClr val="tx1"/>
        </a:solidFill>
        <a:latin typeface="+mn-lt"/>
        <a:ea typeface="+mn-ea"/>
        <a:cs typeface="+mn-cs"/>
      </a:defRPr>
    </a:lvl8pPr>
    <a:lvl9pPr marL="3657471" algn="l" defTabSz="45718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cs typeface="Arial" pitchFamily="34" charset="0"/>
              </a:rPr>
              <a:t>This is an example of a </a:t>
            </a:r>
            <a:r>
              <a:rPr lang="en-US" b="1" dirty="0">
                <a:latin typeface="Arial" pitchFamily="34" charset="0"/>
                <a:cs typeface="Arial" pitchFamily="34" charset="0"/>
              </a:rPr>
              <a:t>Title Slide</a:t>
            </a:r>
            <a:r>
              <a:rPr lang="en-US" b="0" dirty="0">
                <a:latin typeface="Arial" pitchFamily="34" charset="0"/>
                <a:cs typeface="Arial" pitchFamily="34" charset="0"/>
              </a:rPr>
              <a:t>.</a:t>
            </a:r>
            <a:r>
              <a:rPr lang="en-US" b="0" baseline="0" dirty="0">
                <a:latin typeface="Arial" pitchFamily="34" charset="0"/>
                <a:cs typeface="Arial" pitchFamily="34" charset="0"/>
              </a:rPr>
              <a:t>  We need to convey Life Is On in everything we do, so try to </a:t>
            </a:r>
            <a:r>
              <a:rPr lang="en-US" baseline="0" dirty="0">
                <a:latin typeface="Arial" pitchFamily="34" charset="0"/>
                <a:cs typeface="Arial" pitchFamily="34" charset="0"/>
              </a:rPr>
              <a:t>lead with compelling images that are vibrant, authentic, and human. The human element should be apparent and within the context of a segment that we touch. </a:t>
            </a:r>
          </a:p>
          <a:p>
            <a:r>
              <a:rPr lang="en-US" baseline="0" dirty="0">
                <a:latin typeface="Arial" pitchFamily="34" charset="0"/>
                <a:cs typeface="Arial" pitchFamily="34" charset="0"/>
              </a:rPr>
              <a:t>To keep this PowerPoint template file size reduced, we included a small library of image choices in the </a:t>
            </a:r>
            <a:r>
              <a:rPr lang="en-US" b="1" baseline="0" dirty="0">
                <a:latin typeface="Arial" pitchFamily="34" charset="0"/>
                <a:cs typeface="Arial" pitchFamily="34" charset="0"/>
              </a:rPr>
              <a:t>Slide Master</a:t>
            </a:r>
            <a:r>
              <a:rPr lang="en-US" b="0" baseline="0" dirty="0">
                <a:latin typeface="Arial" pitchFamily="34" charset="0"/>
                <a:cs typeface="Arial" pitchFamily="34" charset="0"/>
              </a:rPr>
              <a:t> (under View). Y</a:t>
            </a:r>
            <a:r>
              <a:rPr lang="en-US" baseline="0" dirty="0">
                <a:latin typeface="Arial" pitchFamily="34" charset="0"/>
                <a:cs typeface="Arial" pitchFamily="34" charset="0"/>
              </a:rPr>
              <a:t>ou can also get them from the SE Asset Library: https://schneiderelectric.telescopeondemand.com</a:t>
            </a:r>
            <a:endParaRPr lang="en-US" dirty="0">
              <a:latin typeface="Arial" pitchFamily="34" charset="0"/>
              <a:cs typeface="Arial" pitchFamily="34" charset="0"/>
            </a:endParaRPr>
          </a:p>
          <a:p>
            <a:endParaRPr lang="en-US" dirty="0"/>
          </a:p>
        </p:txBody>
      </p:sp>
      <p:sp>
        <p:nvSpPr>
          <p:cNvPr id="4" name="Slide Number Placeholder 3"/>
          <p:cNvSpPr>
            <a:spLocks noGrp="1"/>
          </p:cNvSpPr>
          <p:nvPr>
            <p:ph type="sldNum" sz="quarter" idx="10"/>
          </p:nvPr>
        </p:nvSpPr>
        <p:spPr/>
        <p:txBody>
          <a:bodyPr/>
          <a:lstStyle/>
          <a:p>
            <a:fld id="{E7F34D1A-B7E5-DE48-8EA9-859D9DE63652}"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cs typeface="Arial" pitchFamily="34" charset="0"/>
              </a:rPr>
              <a:t>Closing</a:t>
            </a:r>
            <a:r>
              <a:rPr lang="en-US" baseline="0" dirty="0">
                <a:latin typeface="Arial" pitchFamily="34" charset="0"/>
                <a:cs typeface="Arial" pitchFamily="34" charset="0"/>
              </a:rPr>
              <a:t> slide</a:t>
            </a:r>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1">
    <p:spTree>
      <p:nvGrpSpPr>
        <p:cNvPr id="1" name=""/>
        <p:cNvGrpSpPr/>
        <p:nvPr/>
      </p:nvGrpSpPr>
      <p:grpSpPr>
        <a:xfrm>
          <a:off x="0" y="0"/>
          <a:ext cx="0" cy="0"/>
          <a:chOff x="0" y="0"/>
          <a:chExt cx="0" cy="0"/>
        </a:xfrm>
      </p:grpSpPr>
      <p:sp>
        <p:nvSpPr>
          <p:cNvPr id="19" name="Espace réservé pour une image  18"/>
          <p:cNvSpPr>
            <a:spLocks noGrp="1"/>
          </p:cNvSpPr>
          <p:nvPr>
            <p:ph type="pic" sz="quarter" idx="14"/>
          </p:nvPr>
        </p:nvSpPr>
        <p:spPr>
          <a:xfrm>
            <a:off x="0" y="0"/>
            <a:ext cx="9144000" cy="4330794"/>
          </a:xfrm>
          <a:prstGeom prst="rect">
            <a:avLst/>
          </a:prstGeom>
          <a:solidFill>
            <a:schemeClr val="bg1">
              <a:lumMod val="95000"/>
            </a:schemeClr>
          </a:solidFill>
        </p:spPr>
        <p:txBody>
          <a:bodyPr lIns="91437" tIns="45718" rIns="91437" bIns="45718"/>
          <a:lstStyle>
            <a:lvl1pPr>
              <a:buNone/>
              <a:defRPr sz="1400">
                <a:solidFill>
                  <a:schemeClr val="bg1">
                    <a:lumMod val="85000"/>
                  </a:schemeClr>
                </a:solidFill>
              </a:defRPr>
            </a:lvl1pPr>
          </a:lstStyle>
          <a:p>
            <a:r>
              <a:rPr lang="en-US" dirty="0"/>
              <a:t>Click icon to add picture</a:t>
            </a:r>
          </a:p>
        </p:txBody>
      </p:sp>
      <p:sp>
        <p:nvSpPr>
          <p:cNvPr id="8" name="Title 1"/>
          <p:cNvSpPr>
            <a:spLocks noGrp="1"/>
          </p:cNvSpPr>
          <p:nvPr>
            <p:ph type="ctrTitle" hasCustomPrompt="1"/>
          </p:nvPr>
        </p:nvSpPr>
        <p:spPr>
          <a:xfrm>
            <a:off x="252415" y="2609224"/>
            <a:ext cx="8673872" cy="553998"/>
          </a:xfrm>
          <a:prstGeom prst="rect">
            <a:avLst/>
          </a:prstGeom>
        </p:spPr>
        <p:txBody>
          <a:bodyPr lIns="0" tIns="0" rIns="0" bIns="0" anchor="ctr" anchorCtr="0">
            <a:noAutofit/>
          </a:bodyPr>
          <a:lstStyle>
            <a:lvl1pPr marL="0" indent="0" algn="l">
              <a:buFont typeface="Arial"/>
              <a:buNone/>
              <a:defRPr sz="3600" b="1">
                <a:solidFill>
                  <a:schemeClr val="tx1">
                    <a:lumMod val="75000"/>
                    <a:lumOff val="25000"/>
                  </a:schemeClr>
                </a:solidFill>
              </a:defRPr>
            </a:lvl1pPr>
          </a:lstStyle>
          <a:p>
            <a:r>
              <a:rPr lang="en-US" dirty="0"/>
              <a:t>Presentation Title</a:t>
            </a:r>
          </a:p>
        </p:txBody>
      </p:sp>
      <p:sp>
        <p:nvSpPr>
          <p:cNvPr id="9" name="Subtitle 2"/>
          <p:cNvSpPr>
            <a:spLocks noGrp="1"/>
          </p:cNvSpPr>
          <p:nvPr>
            <p:ph type="subTitle" idx="1" hasCustomPrompt="1"/>
          </p:nvPr>
        </p:nvSpPr>
        <p:spPr>
          <a:xfrm>
            <a:off x="252415" y="3204247"/>
            <a:ext cx="8673872" cy="215444"/>
          </a:xfrm>
          <a:prstGeom prst="rect">
            <a:avLst/>
          </a:prstGeom>
        </p:spPr>
        <p:txBody>
          <a:bodyPr lIns="0" tIns="0" rIns="0" bIns="0">
            <a:noAutofit/>
          </a:bodyPr>
          <a:lstStyle>
            <a:lvl1pPr marL="0" indent="0" algn="l">
              <a:buNone/>
              <a:defRPr sz="1400" baseline="0">
                <a:solidFill>
                  <a:schemeClr val="bg1"/>
                </a:solidFill>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dirty="0"/>
              <a:t>Click to Edit Optional Subtitle</a:t>
            </a:r>
          </a:p>
        </p:txBody>
      </p:sp>
      <p:pic>
        <p:nvPicPr>
          <p:cNvPr id="10" name="Picture 9" descr="schneider_LIO_Life-Green_RGB.png"/>
          <p:cNvPicPr>
            <a:picLocks noChangeAspect="1"/>
          </p:cNvPicPr>
          <p:nvPr userDrawn="1"/>
        </p:nvPicPr>
        <p:blipFill>
          <a:blip r:embed="rId2" cstate="print"/>
          <a:stretch>
            <a:fillRect/>
          </a:stretch>
        </p:blipFill>
        <p:spPr>
          <a:xfrm>
            <a:off x="7067034" y="4494997"/>
            <a:ext cx="2041798" cy="562953"/>
          </a:xfrm>
          <a:prstGeom prst="rect">
            <a:avLst/>
          </a:prstGeom>
        </p:spPr>
      </p:pic>
      <p:sp>
        <p:nvSpPr>
          <p:cNvPr id="14" name="Footer Placeholder 4"/>
          <p:cNvSpPr>
            <a:spLocks noGrp="1"/>
          </p:cNvSpPr>
          <p:nvPr>
            <p:ph type="ftr" sz="quarter" idx="3"/>
          </p:nvPr>
        </p:nvSpPr>
        <p:spPr>
          <a:xfrm>
            <a:off x="252415" y="4857155"/>
            <a:ext cx="1505531" cy="92333"/>
          </a:xfrm>
          <a:prstGeom prst="rect">
            <a:avLst/>
          </a:prstGeom>
        </p:spPr>
        <p:txBody>
          <a:bodyPr vert="horz" wrap="square" lIns="0" tIns="0" rIns="0" bIns="0" rtlCol="0" anchor="ctr">
            <a:spAutoFit/>
          </a:bodyPr>
          <a:lstStyle>
            <a:lvl1pPr algn="l">
              <a:defRPr sz="600">
                <a:solidFill>
                  <a:srgbClr val="4F5156"/>
                </a:solidFill>
                <a:latin typeface="Arial"/>
                <a:cs typeface="Arial"/>
              </a:defRPr>
            </a:lvl1pPr>
          </a:lstStyle>
          <a:p>
            <a:r>
              <a:rPr lang="en-US" dirty="0"/>
              <a:t>Confidential Property of Schneider Electric  </a:t>
            </a:r>
          </a:p>
        </p:txBody>
      </p:sp>
      <p:sp>
        <p:nvSpPr>
          <p:cNvPr id="21" name="Espace réservé du texte 20"/>
          <p:cNvSpPr>
            <a:spLocks noGrp="1"/>
          </p:cNvSpPr>
          <p:nvPr>
            <p:ph type="body" sz="quarter" idx="15" hasCustomPrompt="1"/>
          </p:nvPr>
        </p:nvSpPr>
        <p:spPr>
          <a:xfrm>
            <a:off x="0" y="3573629"/>
            <a:ext cx="9144000" cy="761890"/>
          </a:xfrm>
          <a:prstGeom prst="rect">
            <a:avLst/>
          </a:prstGeom>
          <a:solidFill>
            <a:schemeClr val="tx2">
              <a:alpha val="80000"/>
            </a:schemeClr>
          </a:solidFill>
        </p:spPr>
        <p:txBody>
          <a:bodyPr lIns="91437" tIns="45718" rIns="91437" bIns="45718"/>
          <a:lstStyle>
            <a:lvl1pPr marL="178299" indent="-2362">
              <a:buNone/>
              <a:defRPr sz="12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err="1"/>
              <a:t>Presented</a:t>
            </a:r>
            <a:r>
              <a:rPr lang="fr-FR" dirty="0"/>
              <a:t> by: </a:t>
            </a:r>
          </a:p>
          <a:p>
            <a:pPr lvl="0"/>
            <a:r>
              <a:rPr lang="fr-FR" dirty="0"/>
              <a:t>Date: </a:t>
            </a:r>
          </a:p>
          <a:p>
            <a:pPr lvl="0"/>
            <a:endParaRPr lang="fr-FR" dirty="0"/>
          </a:p>
          <a:p>
            <a:pPr lvl="0"/>
            <a:endParaRPr lang="fr-FR" dirty="0"/>
          </a:p>
          <a:p>
            <a:pPr lvl="0"/>
            <a:endParaRPr lang="fr-FR" dirty="0"/>
          </a:p>
          <a:p>
            <a:pPr lvl="0"/>
            <a:endParaRPr lang="fr-FR" dirty="0"/>
          </a:p>
          <a:p>
            <a:pPr lvl="0"/>
            <a:endParaRPr lang="fr-FR" dirty="0"/>
          </a:p>
        </p:txBody>
      </p:sp>
      <p:sp>
        <p:nvSpPr>
          <p:cNvPr id="13" name="Rectangle 12"/>
          <p:cNvSpPr/>
          <p:nvPr userDrawn="1"/>
        </p:nvSpPr>
        <p:spPr>
          <a:xfrm>
            <a:off x="0" y="4261502"/>
            <a:ext cx="9144000" cy="201963"/>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91437" tIns="45718" rIns="91437" bIns="45718" rtlCol="0" anchor="ctr"/>
          <a:lstStyle/>
          <a:p>
            <a:pPr algn="ctr"/>
            <a:endParaRPr lang="en-US" dirty="0"/>
          </a:p>
        </p:txBody>
      </p:sp>
    </p:spTree>
    <p:extLst>
      <p:ext uri="{BB962C8B-B14F-4D97-AF65-F5344CB8AC3E}">
        <p14:creationId xmlns:p14="http://schemas.microsoft.com/office/powerpoint/2010/main" val="3401949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Green">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0" y="1"/>
            <a:ext cx="9144000" cy="2908710"/>
          </a:xfrm>
          <a:prstGeom prst="rect">
            <a:avLst/>
          </a:prstGeom>
          <a:solidFill>
            <a:schemeClr val="tx2">
              <a:alpha val="80000"/>
            </a:schemeClr>
          </a:solidFill>
        </p:spPr>
        <p:txBody>
          <a:bodyPr lIns="252000" tIns="0" rIns="0" bIns="252000" anchor="b" anchorCtr="0"/>
          <a:lstStyle>
            <a:lvl1pPr algn="l">
              <a:defRPr sz="2400" baseline="0">
                <a:solidFill>
                  <a:srgbClr val="FFFFFF"/>
                </a:solidFill>
              </a:defRPr>
            </a:lvl1pPr>
          </a:lstStyle>
          <a:p>
            <a:r>
              <a:rPr lang="en-US" dirty="0"/>
              <a:t>Click To Edit Section Title</a:t>
            </a:r>
          </a:p>
        </p:txBody>
      </p:sp>
      <p:sp>
        <p:nvSpPr>
          <p:cNvPr id="8" name="Text Placeholder 9"/>
          <p:cNvSpPr>
            <a:spLocks noGrp="1"/>
          </p:cNvSpPr>
          <p:nvPr>
            <p:ph type="body" sz="quarter" idx="11" hasCustomPrompt="1"/>
          </p:nvPr>
        </p:nvSpPr>
        <p:spPr>
          <a:xfrm>
            <a:off x="0" y="2900386"/>
            <a:ext cx="9144000" cy="373063"/>
          </a:xfrm>
          <a:prstGeom prst="rect">
            <a:avLst/>
          </a:prstGeom>
          <a:solidFill>
            <a:schemeClr val="tx2"/>
          </a:solidFill>
        </p:spPr>
        <p:txBody>
          <a:bodyPr lIns="252000" tIns="0" rIns="0" bIns="0" anchor="ctr" anchorCtr="0"/>
          <a:lstStyle>
            <a:lvl1pPr marL="0" indent="0">
              <a:buNone/>
              <a:defRPr sz="1200" baseline="0">
                <a:solidFill>
                  <a:schemeClr val="bg1"/>
                </a:solidFill>
              </a:defRPr>
            </a:lvl1pPr>
          </a:lstStyle>
          <a:p>
            <a:pPr lvl="0"/>
            <a:r>
              <a:rPr lang="en-US" dirty="0"/>
              <a:t>Click To Edit Optional Subtitle</a:t>
            </a:r>
          </a:p>
        </p:txBody>
      </p:sp>
      <p:sp>
        <p:nvSpPr>
          <p:cNvPr id="9"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0"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215067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w/ Image Option1">
    <p:spTree>
      <p:nvGrpSpPr>
        <p:cNvPr id="1" name=""/>
        <p:cNvGrpSpPr/>
        <p:nvPr/>
      </p:nvGrpSpPr>
      <p:grpSpPr>
        <a:xfrm>
          <a:off x="0" y="0"/>
          <a:ext cx="0" cy="0"/>
          <a:chOff x="0" y="0"/>
          <a:chExt cx="0" cy="0"/>
        </a:xfrm>
      </p:grpSpPr>
      <p:sp>
        <p:nvSpPr>
          <p:cNvPr id="11" name="Picture Placeholder 5"/>
          <p:cNvSpPr>
            <a:spLocks noGrp="1"/>
          </p:cNvSpPr>
          <p:nvPr>
            <p:ph type="pic" sz="quarter" idx="10" hasCustomPrompt="1"/>
          </p:nvPr>
        </p:nvSpPr>
        <p:spPr>
          <a:xfrm>
            <a:off x="0" y="0"/>
            <a:ext cx="9144000" cy="5143500"/>
          </a:xfrm>
          <a:prstGeom prst="rect">
            <a:avLst/>
          </a:prstGeom>
          <a:solidFill>
            <a:srgbClr val="8E8F93">
              <a:alpha val="20000"/>
            </a:srgbClr>
          </a:solidFill>
        </p:spPr>
        <p:txBody>
          <a:bodyPr/>
          <a:lstStyle>
            <a:lvl1pPr marL="0" indent="0">
              <a:buNone/>
              <a:defRPr sz="1050">
                <a:solidFill>
                  <a:schemeClr val="accent2">
                    <a:lumMod val="60000"/>
                    <a:lumOff val="40000"/>
                  </a:schemeClr>
                </a:solidFill>
              </a:defRPr>
            </a:lvl1pPr>
          </a:lstStyle>
          <a:p>
            <a:r>
              <a:rPr lang="en-US" dirty="0"/>
              <a:t>Drag Your Image Here</a:t>
            </a:r>
          </a:p>
        </p:txBody>
      </p:sp>
      <p:sp>
        <p:nvSpPr>
          <p:cNvPr id="5" name="Title 1"/>
          <p:cNvSpPr>
            <a:spLocks noGrp="1"/>
          </p:cNvSpPr>
          <p:nvPr>
            <p:ph type="title" hasCustomPrompt="1"/>
          </p:nvPr>
        </p:nvSpPr>
        <p:spPr>
          <a:xfrm>
            <a:off x="0" y="2041071"/>
            <a:ext cx="9144000" cy="867640"/>
          </a:xfrm>
          <a:prstGeom prst="rect">
            <a:avLst/>
          </a:prstGeom>
          <a:solidFill>
            <a:schemeClr val="tx2">
              <a:alpha val="80000"/>
            </a:schemeClr>
          </a:solidFill>
        </p:spPr>
        <p:txBody>
          <a:bodyPr lIns="252000" tIns="0" rIns="0" bIns="0" anchor="ctr" anchorCtr="0"/>
          <a:lstStyle>
            <a:lvl1pPr algn="l">
              <a:defRPr sz="2400" baseline="0">
                <a:solidFill>
                  <a:srgbClr val="FFFFFF"/>
                </a:solidFill>
              </a:defRPr>
            </a:lvl1pPr>
          </a:lstStyle>
          <a:p>
            <a:r>
              <a:rPr lang="en-US" dirty="0"/>
              <a:t>Click To Edit Section Title</a:t>
            </a:r>
          </a:p>
        </p:txBody>
      </p:sp>
      <p:sp>
        <p:nvSpPr>
          <p:cNvPr id="6" name="Text Placeholder 9"/>
          <p:cNvSpPr>
            <a:spLocks noGrp="1"/>
          </p:cNvSpPr>
          <p:nvPr>
            <p:ph type="body" sz="quarter" idx="11" hasCustomPrompt="1"/>
          </p:nvPr>
        </p:nvSpPr>
        <p:spPr>
          <a:xfrm>
            <a:off x="0" y="2900386"/>
            <a:ext cx="9144000" cy="373063"/>
          </a:xfrm>
          <a:prstGeom prst="rect">
            <a:avLst/>
          </a:prstGeom>
          <a:solidFill>
            <a:schemeClr val="tx2"/>
          </a:solidFill>
        </p:spPr>
        <p:txBody>
          <a:bodyPr lIns="252000" tIns="0" rIns="0" bIns="0" anchor="ctr" anchorCtr="0"/>
          <a:lstStyle>
            <a:lvl1pPr marL="0" indent="0">
              <a:buNone/>
              <a:defRPr sz="1200" baseline="0">
                <a:solidFill>
                  <a:schemeClr val="bg1"/>
                </a:solidFill>
              </a:defRPr>
            </a:lvl1pPr>
          </a:lstStyle>
          <a:p>
            <a:pPr lvl="0"/>
            <a:r>
              <a:rPr lang="en-US" dirty="0"/>
              <a:t>Click To Edit Optional Subtitle</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12"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8" name="Picture 7"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695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orizontal Section Title">
    <p:spTree>
      <p:nvGrpSpPr>
        <p:cNvPr id="1" name=""/>
        <p:cNvGrpSpPr/>
        <p:nvPr/>
      </p:nvGrpSpPr>
      <p:grpSpPr>
        <a:xfrm>
          <a:off x="0" y="0"/>
          <a:ext cx="0" cy="0"/>
          <a:chOff x="0" y="0"/>
          <a:chExt cx="0" cy="0"/>
        </a:xfrm>
      </p:grpSpPr>
      <p:sp>
        <p:nvSpPr>
          <p:cNvPr id="14" name="Picture Placeholder 5"/>
          <p:cNvSpPr>
            <a:spLocks noGrp="1"/>
          </p:cNvSpPr>
          <p:nvPr>
            <p:ph type="pic" sz="quarter" idx="10" hasCustomPrompt="1"/>
          </p:nvPr>
        </p:nvSpPr>
        <p:spPr>
          <a:xfrm>
            <a:off x="0" y="0"/>
            <a:ext cx="9144000" cy="1981308"/>
          </a:xfrm>
          <a:prstGeom prst="rect">
            <a:avLst/>
          </a:prstGeom>
          <a:solidFill>
            <a:srgbClr val="8E8F93">
              <a:alpha val="20000"/>
            </a:srgbClr>
          </a:solidFill>
        </p:spPr>
        <p:txBody>
          <a:bodyPr/>
          <a:lstStyle>
            <a:lvl1pPr marL="0" indent="0">
              <a:buNone/>
              <a:defRPr sz="1050">
                <a:solidFill>
                  <a:schemeClr val="accent2">
                    <a:lumMod val="60000"/>
                    <a:lumOff val="40000"/>
                  </a:schemeClr>
                </a:solidFill>
              </a:defRPr>
            </a:lvl1pPr>
          </a:lstStyle>
          <a:p>
            <a:r>
              <a:rPr lang="en-US" dirty="0"/>
              <a:t>Drag Your Image Here</a:t>
            </a:r>
          </a:p>
        </p:txBody>
      </p:sp>
      <p:sp>
        <p:nvSpPr>
          <p:cNvPr id="3" name="Title 1"/>
          <p:cNvSpPr>
            <a:spLocks noGrp="1"/>
          </p:cNvSpPr>
          <p:nvPr>
            <p:ph type="title" hasCustomPrompt="1"/>
          </p:nvPr>
        </p:nvSpPr>
        <p:spPr>
          <a:xfrm>
            <a:off x="0" y="1981308"/>
            <a:ext cx="9144000" cy="3162191"/>
          </a:xfrm>
          <a:prstGeom prst="rect">
            <a:avLst/>
          </a:prstGeom>
          <a:solidFill>
            <a:schemeClr val="tx2"/>
          </a:solidFill>
        </p:spPr>
        <p:txBody>
          <a:bodyPr lIns="252000" tIns="252000" rIns="252000" bIns="252000" anchor="t" anchorCtr="0"/>
          <a:lstStyle>
            <a:lvl1pPr algn="l">
              <a:defRPr sz="2400" baseline="0">
                <a:solidFill>
                  <a:srgbClr val="FFFFFF"/>
                </a:solidFill>
              </a:defRPr>
            </a:lvl1pPr>
          </a:lstStyle>
          <a:p>
            <a:r>
              <a:rPr lang="en-US" dirty="0"/>
              <a:t>Click To Edit Section Title</a:t>
            </a:r>
          </a:p>
        </p:txBody>
      </p:sp>
      <p:sp>
        <p:nvSpPr>
          <p:cNvPr id="4" name="Text Placeholder 9"/>
          <p:cNvSpPr>
            <a:spLocks noGrp="1"/>
          </p:cNvSpPr>
          <p:nvPr>
            <p:ph type="body" sz="quarter" idx="11" hasCustomPrompt="1"/>
          </p:nvPr>
        </p:nvSpPr>
        <p:spPr>
          <a:xfrm>
            <a:off x="0" y="1608245"/>
            <a:ext cx="9144000" cy="373063"/>
          </a:xfrm>
          <a:prstGeom prst="rect">
            <a:avLst/>
          </a:prstGeom>
          <a:solidFill>
            <a:schemeClr val="tx2">
              <a:alpha val="80000"/>
            </a:schemeClr>
          </a:solidFill>
        </p:spPr>
        <p:txBody>
          <a:bodyPr lIns="252000" tIns="0" rIns="252000" bIns="0" anchor="ctr" anchorCtr="0"/>
          <a:lstStyle>
            <a:lvl1pPr marL="0" indent="0">
              <a:buNone/>
              <a:defRPr sz="1200" baseline="0">
                <a:solidFill>
                  <a:schemeClr val="bg1"/>
                </a:solidFill>
              </a:defRPr>
            </a:lvl1pPr>
          </a:lstStyle>
          <a:p>
            <a:pPr lvl="0"/>
            <a:r>
              <a:rPr lang="en-US" dirty="0"/>
              <a:t>Click To Edit Optional Subtitle</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13"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9" name="Picture 8" descr="schneider_LIO_White_RGB.png"/>
          <p:cNvPicPr>
            <a:picLocks noChangeAspect="1"/>
          </p:cNvPicPr>
          <p:nvPr userDrawn="1"/>
        </p:nvPicPr>
        <p:blipFill>
          <a:blip r:embed="rId2" cstate="print"/>
          <a:stretch>
            <a:fillRect/>
          </a:stretch>
        </p:blipFill>
        <p:spPr>
          <a:xfrm>
            <a:off x="7075053" y="4508525"/>
            <a:ext cx="2018707" cy="556586"/>
          </a:xfrm>
          <a:prstGeom prst="rect">
            <a:avLst/>
          </a:prstGeom>
        </p:spPr>
      </p:pic>
    </p:spTree>
    <p:extLst>
      <p:ext uri="{BB962C8B-B14F-4D97-AF65-F5344CB8AC3E}">
        <p14:creationId xmlns:p14="http://schemas.microsoft.com/office/powerpoint/2010/main" val="2945837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w/ Green_Image  ">
    <p:spTree>
      <p:nvGrpSpPr>
        <p:cNvPr id="1" name=""/>
        <p:cNvGrpSpPr/>
        <p:nvPr/>
      </p:nvGrpSpPr>
      <p:grpSpPr>
        <a:xfrm>
          <a:off x="0" y="0"/>
          <a:ext cx="0" cy="0"/>
          <a:chOff x="0" y="0"/>
          <a:chExt cx="0" cy="0"/>
        </a:xfrm>
      </p:grpSpPr>
      <p:sp>
        <p:nvSpPr>
          <p:cNvPr id="14" name="Content Placeholder 12"/>
          <p:cNvSpPr>
            <a:spLocks noGrp="1"/>
          </p:cNvSpPr>
          <p:nvPr>
            <p:ph sz="quarter" idx="12" hasCustomPrompt="1"/>
          </p:nvPr>
        </p:nvSpPr>
        <p:spPr>
          <a:xfrm>
            <a:off x="4565650" y="-2"/>
            <a:ext cx="4578351" cy="5143499"/>
          </a:xfrm>
          <a:prstGeom prst="rect">
            <a:avLst/>
          </a:prstGeom>
          <a:solidFill>
            <a:schemeClr val="accent2">
              <a:alpha val="20000"/>
            </a:schemeClr>
          </a:solidFill>
        </p:spPr>
        <p:txBody>
          <a:bodyPr vert="horz" lIns="252000" tIns="252000" rIns="252000" bIns="252000"/>
          <a:lstStyle>
            <a:lvl1pPr marL="0" indent="0">
              <a:buNone/>
              <a:defRPr sz="1050">
                <a:solidFill>
                  <a:schemeClr val="accent2">
                    <a:lumMod val="60000"/>
                    <a:lumOff val="40000"/>
                  </a:schemeClr>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dirty="0"/>
              <a:t>Insert Your Content Here</a:t>
            </a:r>
          </a:p>
        </p:txBody>
      </p:sp>
      <p:sp>
        <p:nvSpPr>
          <p:cNvPr id="15" name="Rectangle 14"/>
          <p:cNvSpPr/>
          <p:nvPr userDrawn="1"/>
        </p:nvSpPr>
        <p:spPr>
          <a:xfrm rot="5400000">
            <a:off x="-310762" y="267086"/>
            <a:ext cx="5143498" cy="460932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Content Placeholder 12"/>
          <p:cNvSpPr>
            <a:spLocks noGrp="1"/>
          </p:cNvSpPr>
          <p:nvPr>
            <p:ph sz="quarter" idx="11"/>
          </p:nvPr>
        </p:nvSpPr>
        <p:spPr>
          <a:xfrm>
            <a:off x="-31899" y="-2"/>
            <a:ext cx="4881491" cy="5143502"/>
          </a:xfrm>
          <a:prstGeom prst="rect">
            <a:avLst/>
          </a:prstGeom>
          <a:solidFill>
            <a:schemeClr val="tx2">
              <a:alpha val="80000"/>
            </a:schemeClr>
          </a:solidFill>
        </p:spPr>
        <p:txBody>
          <a:bodyPr vert="horz" lIns="252000" tIns="252000" rIns="252000" bIns="252000"/>
          <a:lstStyle>
            <a:lvl1pPr marL="0" indent="0">
              <a:buNone/>
              <a:defRPr sz="2400">
                <a:solidFill>
                  <a:schemeClr val="bg1"/>
                </a:solidFill>
              </a:defRPr>
            </a:lvl1pPr>
            <a:lvl2pPr marL="442913" indent="-265113">
              <a:buFont typeface="Arial"/>
              <a:buChar char="•"/>
              <a:defRPr sz="2000">
                <a:solidFill>
                  <a:schemeClr val="bg1"/>
                </a:solidFill>
              </a:defRPr>
            </a:lvl2pPr>
            <a:lvl3pPr marL="708025" indent="-228600">
              <a:buFont typeface="Lucida Grande"/>
              <a:buChar char="–"/>
              <a:defRPr sz="1800">
                <a:solidFill>
                  <a:schemeClr val="bg1"/>
                </a:solidFill>
              </a:defRPr>
            </a:lvl3pPr>
            <a:lvl4pPr marL="976313" indent="-228600">
              <a:buFont typeface="Lucida Grande"/>
              <a:buChar char="–"/>
              <a:defRPr sz="1600">
                <a:solidFill>
                  <a:schemeClr val="bg1"/>
                </a:solidFill>
              </a:defRPr>
            </a:lvl4pPr>
            <a:lvl5pPr marL="1258888" indent="-231775" defTabSz="314325">
              <a:buFont typeface="Lucida Grande"/>
              <a:buChar cha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8"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9" name="Picture 8"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1989434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5" name="Rectangle 14"/>
          <p:cNvSpPr/>
          <p:nvPr userDrawn="1"/>
        </p:nvSpPr>
        <p:spPr>
          <a:xfrm rot="5400000">
            <a:off x="-310762" y="267086"/>
            <a:ext cx="5143498" cy="460932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Content Placeholder 12"/>
          <p:cNvSpPr>
            <a:spLocks noGrp="1"/>
          </p:cNvSpPr>
          <p:nvPr>
            <p:ph sz="quarter" idx="11" hasCustomPrompt="1"/>
          </p:nvPr>
        </p:nvSpPr>
        <p:spPr>
          <a:xfrm>
            <a:off x="-31899" y="-2"/>
            <a:ext cx="4881491" cy="5143502"/>
          </a:xfrm>
          <a:prstGeom prst="rect">
            <a:avLst/>
          </a:prstGeom>
          <a:solidFill>
            <a:schemeClr val="tx2">
              <a:alpha val="80000"/>
            </a:schemeClr>
          </a:solidFill>
        </p:spPr>
        <p:txBody>
          <a:bodyPr vert="horz" lIns="252000" tIns="252000" rIns="252000" bIns="252000"/>
          <a:lstStyle>
            <a:lvl1pPr marL="0" indent="0">
              <a:buNone/>
              <a:defRPr sz="2400" baseline="0">
                <a:solidFill>
                  <a:schemeClr val="bg1"/>
                </a:solidFill>
              </a:defRPr>
            </a:lvl1pPr>
            <a:lvl2pPr marL="442913" indent="-265113">
              <a:buFont typeface="Arial"/>
              <a:buChar char="•"/>
              <a:defRPr sz="2000">
                <a:solidFill>
                  <a:schemeClr val="bg1"/>
                </a:solidFill>
              </a:defRPr>
            </a:lvl2pPr>
            <a:lvl3pPr marL="708025" indent="-228600">
              <a:buFont typeface="Lucida Grande"/>
              <a:buChar char="–"/>
              <a:defRPr sz="1800">
                <a:solidFill>
                  <a:schemeClr val="bg1"/>
                </a:solidFill>
              </a:defRPr>
            </a:lvl3pPr>
            <a:lvl4pPr marL="976313" indent="-228600">
              <a:buFont typeface="Lucida Grande"/>
              <a:buChar char="–"/>
              <a:defRPr sz="1600">
                <a:solidFill>
                  <a:schemeClr val="bg1"/>
                </a:solidFill>
              </a:defRPr>
            </a:lvl4pPr>
            <a:lvl5pPr marL="1258888" indent="-231775" defTabSz="314325">
              <a:buFont typeface="Lucida Grande"/>
              <a:buChar char="–"/>
              <a:defRPr sz="1600">
                <a:solidFill>
                  <a:schemeClr val="bg1"/>
                </a:solidFill>
              </a:defRPr>
            </a:lvl5pPr>
          </a:lstStyle>
          <a:p>
            <a:pPr lvl="0"/>
            <a:r>
              <a:rPr lang="en-US" dirty="0"/>
              <a:t>Agenda (edit text)</a:t>
            </a:r>
          </a:p>
        </p:txBody>
      </p:sp>
      <p:sp>
        <p:nvSpPr>
          <p:cNvPr id="6"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8"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9" name="Picture 8"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
        <p:nvSpPr>
          <p:cNvPr id="10" name="Rechteck 7"/>
          <p:cNvSpPr/>
          <p:nvPr userDrawn="1"/>
        </p:nvSpPr>
        <p:spPr>
          <a:xfrm>
            <a:off x="5032059" y="274283"/>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chemeClr val="accent1"/>
              </a:solidFill>
              <a:latin typeface="+mn-lt"/>
              <a:ea typeface="Arial Unicode MS" pitchFamily="34" charset="-128"/>
              <a:cs typeface="Arial" pitchFamily="34" charset="0"/>
            </a:endParaRPr>
          </a:p>
        </p:txBody>
      </p:sp>
      <p:sp>
        <p:nvSpPr>
          <p:cNvPr id="11" name="Rechteck 8"/>
          <p:cNvSpPr/>
          <p:nvPr userDrawn="1"/>
        </p:nvSpPr>
        <p:spPr>
          <a:xfrm>
            <a:off x="5616268" y="274288"/>
            <a:ext cx="32004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endParaRPr lang="en-US" sz="1300" b="1" dirty="0">
              <a:solidFill>
                <a:schemeClr val="accent1"/>
              </a:solidFill>
              <a:latin typeface="+mn-lt"/>
              <a:cs typeface="Arial" pitchFamily="34" charset="0"/>
            </a:endParaRPr>
          </a:p>
        </p:txBody>
      </p:sp>
      <p:sp>
        <p:nvSpPr>
          <p:cNvPr id="12" name="Rechteck 10"/>
          <p:cNvSpPr/>
          <p:nvPr userDrawn="1"/>
        </p:nvSpPr>
        <p:spPr>
          <a:xfrm>
            <a:off x="5028791" y="78584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13" name="Rechteck 11"/>
          <p:cNvSpPr/>
          <p:nvPr userDrawn="1"/>
        </p:nvSpPr>
        <p:spPr>
          <a:xfrm>
            <a:off x="5624172" y="78683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31" name="Rechteck 10"/>
          <p:cNvSpPr/>
          <p:nvPr userDrawn="1"/>
        </p:nvSpPr>
        <p:spPr>
          <a:xfrm>
            <a:off x="5028791" y="130019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32" name="Rechteck 11"/>
          <p:cNvSpPr/>
          <p:nvPr userDrawn="1"/>
        </p:nvSpPr>
        <p:spPr>
          <a:xfrm>
            <a:off x="5624172" y="130118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45" name="Rechteck 10"/>
          <p:cNvSpPr/>
          <p:nvPr userDrawn="1"/>
        </p:nvSpPr>
        <p:spPr>
          <a:xfrm>
            <a:off x="5028791" y="181454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46" name="Rechteck 11"/>
          <p:cNvSpPr/>
          <p:nvPr userDrawn="1"/>
        </p:nvSpPr>
        <p:spPr>
          <a:xfrm>
            <a:off x="5624172" y="181553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47" name="Rechteck 10"/>
          <p:cNvSpPr/>
          <p:nvPr userDrawn="1"/>
        </p:nvSpPr>
        <p:spPr>
          <a:xfrm>
            <a:off x="5028791" y="232889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48" name="Rechteck 11"/>
          <p:cNvSpPr/>
          <p:nvPr userDrawn="1"/>
        </p:nvSpPr>
        <p:spPr>
          <a:xfrm>
            <a:off x="5624172" y="232988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49" name="Rechteck 10"/>
          <p:cNvSpPr/>
          <p:nvPr userDrawn="1"/>
        </p:nvSpPr>
        <p:spPr>
          <a:xfrm>
            <a:off x="5028791" y="286229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50" name="Rechteck 11"/>
          <p:cNvSpPr/>
          <p:nvPr userDrawn="1"/>
        </p:nvSpPr>
        <p:spPr>
          <a:xfrm>
            <a:off x="5624172" y="286328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51" name="Rechteck 10"/>
          <p:cNvSpPr/>
          <p:nvPr userDrawn="1"/>
        </p:nvSpPr>
        <p:spPr>
          <a:xfrm>
            <a:off x="5028791" y="339569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52" name="Rechteck 11"/>
          <p:cNvSpPr/>
          <p:nvPr userDrawn="1"/>
        </p:nvSpPr>
        <p:spPr>
          <a:xfrm>
            <a:off x="5624172" y="339668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55" name="Rechteck 10"/>
          <p:cNvSpPr/>
          <p:nvPr userDrawn="1"/>
        </p:nvSpPr>
        <p:spPr>
          <a:xfrm>
            <a:off x="5028791" y="3919570"/>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56" name="Rechteck 11"/>
          <p:cNvSpPr/>
          <p:nvPr userDrawn="1"/>
        </p:nvSpPr>
        <p:spPr>
          <a:xfrm>
            <a:off x="5624172" y="3920561"/>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24" name="Text Placeholder 4"/>
          <p:cNvSpPr>
            <a:spLocks noGrp="1"/>
          </p:cNvSpPr>
          <p:nvPr userDrawn="1">
            <p:ph type="body" sz="quarter" idx="13" hasCustomPrompt="1"/>
          </p:nvPr>
        </p:nvSpPr>
        <p:spPr>
          <a:xfrm>
            <a:off x="5004100" y="382137"/>
            <a:ext cx="509596" cy="210641"/>
          </a:xfrm>
          <a:prstGeom prst="rect">
            <a:avLst/>
          </a:prstGeom>
        </p:spPr>
        <p:txBody>
          <a:bodyPr anchor="ctr"/>
          <a:lstStyle>
            <a:lvl1pPr algn="ctr">
              <a:buNone/>
              <a:defRPr sz="1300" b="1">
                <a:solidFill>
                  <a:schemeClr val="accent1"/>
                </a:solidFill>
              </a:defRPr>
            </a:lvl1pPr>
          </a:lstStyle>
          <a:p>
            <a:r>
              <a:rPr lang="en-US" dirty="0"/>
              <a:t>1</a:t>
            </a:r>
          </a:p>
        </p:txBody>
      </p:sp>
      <p:sp>
        <p:nvSpPr>
          <p:cNvPr id="23" name="Text Placeholder 4"/>
          <p:cNvSpPr>
            <a:spLocks noGrp="1"/>
          </p:cNvSpPr>
          <p:nvPr userDrawn="1">
            <p:ph type="body" sz="quarter" idx="12" hasCustomPrompt="1"/>
          </p:nvPr>
        </p:nvSpPr>
        <p:spPr>
          <a:xfrm>
            <a:off x="5629632" y="395785"/>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26" name="Text Placeholder 4"/>
          <p:cNvSpPr>
            <a:spLocks noGrp="1"/>
          </p:cNvSpPr>
          <p:nvPr userDrawn="1">
            <p:ph type="body" sz="quarter" idx="15" hasCustomPrompt="1"/>
          </p:nvPr>
        </p:nvSpPr>
        <p:spPr>
          <a:xfrm>
            <a:off x="5006372" y="875737"/>
            <a:ext cx="509596" cy="210641"/>
          </a:xfrm>
          <a:prstGeom prst="rect">
            <a:avLst/>
          </a:prstGeom>
        </p:spPr>
        <p:txBody>
          <a:bodyPr anchor="ctr"/>
          <a:lstStyle>
            <a:lvl1pPr algn="ctr">
              <a:buNone/>
              <a:defRPr sz="1300" b="1">
                <a:solidFill>
                  <a:schemeClr val="accent1"/>
                </a:solidFill>
              </a:defRPr>
            </a:lvl1pPr>
          </a:lstStyle>
          <a:p>
            <a:r>
              <a:rPr lang="en-US" dirty="0"/>
              <a:t>2</a:t>
            </a:r>
          </a:p>
        </p:txBody>
      </p:sp>
      <p:sp>
        <p:nvSpPr>
          <p:cNvPr id="25" name="Text Placeholder 4"/>
          <p:cNvSpPr>
            <a:spLocks noGrp="1"/>
          </p:cNvSpPr>
          <p:nvPr userDrawn="1">
            <p:ph type="body" sz="quarter" idx="14" hasCustomPrompt="1"/>
          </p:nvPr>
        </p:nvSpPr>
        <p:spPr>
          <a:xfrm>
            <a:off x="5631904" y="889385"/>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27" name="Text Placeholder 4"/>
          <p:cNvSpPr>
            <a:spLocks noGrp="1"/>
          </p:cNvSpPr>
          <p:nvPr userDrawn="1">
            <p:ph type="body" sz="quarter" idx="16" hasCustomPrompt="1"/>
          </p:nvPr>
        </p:nvSpPr>
        <p:spPr>
          <a:xfrm>
            <a:off x="4994996" y="1410281"/>
            <a:ext cx="509596" cy="210641"/>
          </a:xfrm>
          <a:prstGeom prst="rect">
            <a:avLst/>
          </a:prstGeom>
        </p:spPr>
        <p:txBody>
          <a:bodyPr anchor="ctr"/>
          <a:lstStyle>
            <a:lvl1pPr algn="ctr">
              <a:buNone/>
              <a:defRPr sz="1300" b="1">
                <a:solidFill>
                  <a:schemeClr val="accent1"/>
                </a:solidFill>
              </a:defRPr>
            </a:lvl1pPr>
          </a:lstStyle>
          <a:p>
            <a:r>
              <a:rPr lang="en-US" dirty="0"/>
              <a:t>3</a:t>
            </a:r>
          </a:p>
        </p:txBody>
      </p:sp>
      <p:sp>
        <p:nvSpPr>
          <p:cNvPr id="28" name="Text Placeholder 4"/>
          <p:cNvSpPr>
            <a:spLocks noGrp="1"/>
          </p:cNvSpPr>
          <p:nvPr userDrawn="1">
            <p:ph type="body" sz="quarter" idx="17" hasCustomPrompt="1"/>
          </p:nvPr>
        </p:nvSpPr>
        <p:spPr>
          <a:xfrm>
            <a:off x="5620528" y="1423929"/>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29" name="Text Placeholder 4"/>
          <p:cNvSpPr>
            <a:spLocks noGrp="1"/>
          </p:cNvSpPr>
          <p:nvPr userDrawn="1">
            <p:ph type="body" sz="quarter" idx="18" hasCustomPrompt="1"/>
          </p:nvPr>
        </p:nvSpPr>
        <p:spPr>
          <a:xfrm>
            <a:off x="4992724" y="1926633"/>
            <a:ext cx="509596" cy="210641"/>
          </a:xfrm>
          <a:prstGeom prst="rect">
            <a:avLst/>
          </a:prstGeom>
        </p:spPr>
        <p:txBody>
          <a:bodyPr anchor="ctr"/>
          <a:lstStyle>
            <a:lvl1pPr algn="ctr">
              <a:buNone/>
              <a:defRPr sz="1300" b="1">
                <a:solidFill>
                  <a:schemeClr val="accent1"/>
                </a:solidFill>
              </a:defRPr>
            </a:lvl1pPr>
          </a:lstStyle>
          <a:p>
            <a:r>
              <a:rPr lang="en-US" dirty="0"/>
              <a:t>4</a:t>
            </a:r>
          </a:p>
        </p:txBody>
      </p:sp>
      <p:sp>
        <p:nvSpPr>
          <p:cNvPr id="30" name="Text Placeholder 4"/>
          <p:cNvSpPr>
            <a:spLocks noGrp="1"/>
          </p:cNvSpPr>
          <p:nvPr userDrawn="1">
            <p:ph type="body" sz="quarter" idx="19" hasCustomPrompt="1"/>
          </p:nvPr>
        </p:nvSpPr>
        <p:spPr>
          <a:xfrm>
            <a:off x="5618256" y="1940281"/>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33" name="Text Placeholder 4"/>
          <p:cNvSpPr>
            <a:spLocks noGrp="1"/>
          </p:cNvSpPr>
          <p:nvPr userDrawn="1">
            <p:ph type="body" sz="quarter" idx="20" hasCustomPrompt="1"/>
          </p:nvPr>
        </p:nvSpPr>
        <p:spPr>
          <a:xfrm>
            <a:off x="4994996" y="2420233"/>
            <a:ext cx="509596" cy="210641"/>
          </a:xfrm>
          <a:prstGeom prst="rect">
            <a:avLst/>
          </a:prstGeom>
        </p:spPr>
        <p:txBody>
          <a:bodyPr anchor="ctr"/>
          <a:lstStyle>
            <a:lvl1pPr algn="ctr">
              <a:buNone/>
              <a:defRPr sz="1300" b="1">
                <a:solidFill>
                  <a:schemeClr val="accent1"/>
                </a:solidFill>
              </a:defRPr>
            </a:lvl1pPr>
          </a:lstStyle>
          <a:p>
            <a:r>
              <a:rPr lang="en-US" dirty="0"/>
              <a:t>5</a:t>
            </a:r>
          </a:p>
        </p:txBody>
      </p:sp>
      <p:sp>
        <p:nvSpPr>
          <p:cNvPr id="34" name="Text Placeholder 4"/>
          <p:cNvSpPr>
            <a:spLocks noGrp="1"/>
          </p:cNvSpPr>
          <p:nvPr userDrawn="1">
            <p:ph type="body" sz="quarter" idx="21" hasCustomPrompt="1"/>
          </p:nvPr>
        </p:nvSpPr>
        <p:spPr>
          <a:xfrm>
            <a:off x="5620528" y="2433881"/>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35" name="Text Placeholder 4"/>
          <p:cNvSpPr>
            <a:spLocks noGrp="1"/>
          </p:cNvSpPr>
          <p:nvPr userDrawn="1">
            <p:ph type="body" sz="quarter" idx="22" hasCustomPrompt="1"/>
          </p:nvPr>
        </p:nvSpPr>
        <p:spPr>
          <a:xfrm>
            <a:off x="4997268" y="2954777"/>
            <a:ext cx="509596" cy="210641"/>
          </a:xfrm>
          <a:prstGeom prst="rect">
            <a:avLst/>
          </a:prstGeom>
        </p:spPr>
        <p:txBody>
          <a:bodyPr anchor="ctr"/>
          <a:lstStyle>
            <a:lvl1pPr algn="ctr">
              <a:buNone/>
              <a:defRPr sz="1300" b="1">
                <a:solidFill>
                  <a:schemeClr val="accent1"/>
                </a:solidFill>
              </a:defRPr>
            </a:lvl1pPr>
          </a:lstStyle>
          <a:p>
            <a:r>
              <a:rPr lang="en-US" dirty="0"/>
              <a:t>6</a:t>
            </a:r>
          </a:p>
        </p:txBody>
      </p:sp>
      <p:sp>
        <p:nvSpPr>
          <p:cNvPr id="36" name="Text Placeholder 4"/>
          <p:cNvSpPr>
            <a:spLocks noGrp="1"/>
          </p:cNvSpPr>
          <p:nvPr userDrawn="1">
            <p:ph type="body" sz="quarter" idx="23" hasCustomPrompt="1"/>
          </p:nvPr>
        </p:nvSpPr>
        <p:spPr>
          <a:xfrm>
            <a:off x="5609152" y="2968425"/>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37" name="Text Placeholder 4"/>
          <p:cNvSpPr>
            <a:spLocks noGrp="1"/>
          </p:cNvSpPr>
          <p:nvPr userDrawn="1">
            <p:ph type="body" sz="quarter" idx="24" hasCustomPrompt="1"/>
          </p:nvPr>
        </p:nvSpPr>
        <p:spPr>
          <a:xfrm>
            <a:off x="4983620" y="3487049"/>
            <a:ext cx="509596" cy="210641"/>
          </a:xfrm>
          <a:prstGeom prst="rect">
            <a:avLst/>
          </a:prstGeom>
        </p:spPr>
        <p:txBody>
          <a:bodyPr anchor="ctr"/>
          <a:lstStyle>
            <a:lvl1pPr algn="ctr">
              <a:buNone/>
              <a:defRPr sz="1300" b="1">
                <a:solidFill>
                  <a:schemeClr val="accent1"/>
                </a:solidFill>
              </a:defRPr>
            </a:lvl1pPr>
          </a:lstStyle>
          <a:p>
            <a:r>
              <a:rPr lang="en-US" dirty="0"/>
              <a:t>7</a:t>
            </a:r>
          </a:p>
        </p:txBody>
      </p:sp>
      <p:sp>
        <p:nvSpPr>
          <p:cNvPr id="38" name="Text Placeholder 4"/>
          <p:cNvSpPr>
            <a:spLocks noGrp="1"/>
          </p:cNvSpPr>
          <p:nvPr userDrawn="1">
            <p:ph type="body" sz="quarter" idx="25" hasCustomPrompt="1"/>
          </p:nvPr>
        </p:nvSpPr>
        <p:spPr>
          <a:xfrm>
            <a:off x="5622800" y="3500697"/>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39" name="Text Placeholder 4"/>
          <p:cNvSpPr>
            <a:spLocks noGrp="1"/>
          </p:cNvSpPr>
          <p:nvPr userDrawn="1">
            <p:ph type="body" sz="quarter" idx="26" hasCustomPrompt="1"/>
          </p:nvPr>
        </p:nvSpPr>
        <p:spPr>
          <a:xfrm>
            <a:off x="4985892" y="4021593"/>
            <a:ext cx="509596" cy="210641"/>
          </a:xfrm>
          <a:prstGeom prst="rect">
            <a:avLst/>
          </a:prstGeom>
        </p:spPr>
        <p:txBody>
          <a:bodyPr anchor="ctr"/>
          <a:lstStyle>
            <a:lvl1pPr algn="ctr">
              <a:buNone/>
              <a:defRPr sz="1300" b="1">
                <a:solidFill>
                  <a:schemeClr val="accent1"/>
                </a:solidFill>
              </a:defRPr>
            </a:lvl1pPr>
          </a:lstStyle>
          <a:p>
            <a:r>
              <a:rPr lang="en-US" dirty="0"/>
              <a:t>8</a:t>
            </a:r>
          </a:p>
        </p:txBody>
      </p:sp>
      <p:sp>
        <p:nvSpPr>
          <p:cNvPr id="40" name="Text Placeholder 4"/>
          <p:cNvSpPr>
            <a:spLocks noGrp="1"/>
          </p:cNvSpPr>
          <p:nvPr userDrawn="1">
            <p:ph type="body" sz="quarter" idx="27" hasCustomPrompt="1"/>
          </p:nvPr>
        </p:nvSpPr>
        <p:spPr>
          <a:xfrm>
            <a:off x="5611424" y="4035241"/>
            <a:ext cx="3145878" cy="208365"/>
          </a:xfrm>
          <a:prstGeom prst="rect">
            <a:avLst/>
          </a:prstGeom>
        </p:spPr>
        <p:txBody>
          <a:bodyPr anchor="ctr"/>
          <a:lstStyle>
            <a:lvl1pPr>
              <a:buNone/>
              <a:defRPr sz="1300" b="1">
                <a:solidFill>
                  <a:schemeClr val="accent1"/>
                </a:solidFill>
              </a:defRPr>
            </a:lvl1pPr>
          </a:lstStyle>
          <a:p>
            <a:r>
              <a:rPr lang="en-US" dirty="0"/>
              <a:t>Edit text</a:t>
            </a:r>
          </a:p>
        </p:txBody>
      </p:sp>
    </p:spTree>
    <p:extLst>
      <p:ext uri="{BB962C8B-B14F-4D97-AF65-F5344CB8AC3E}">
        <p14:creationId xmlns:p14="http://schemas.microsoft.com/office/powerpoint/2010/main" val="1989434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w/ Image ">
    <p:spTree>
      <p:nvGrpSpPr>
        <p:cNvPr id="1" name=""/>
        <p:cNvGrpSpPr/>
        <p:nvPr/>
      </p:nvGrpSpPr>
      <p:grpSpPr>
        <a:xfrm>
          <a:off x="0" y="0"/>
          <a:ext cx="0" cy="0"/>
          <a:chOff x="0" y="0"/>
          <a:chExt cx="0" cy="0"/>
        </a:xfrm>
      </p:grpSpPr>
      <p:sp>
        <p:nvSpPr>
          <p:cNvPr id="20" name="Content Placeholder 12"/>
          <p:cNvSpPr>
            <a:spLocks noGrp="1"/>
          </p:cNvSpPr>
          <p:nvPr>
            <p:ph sz="quarter" idx="12" hasCustomPrompt="1"/>
          </p:nvPr>
        </p:nvSpPr>
        <p:spPr>
          <a:xfrm>
            <a:off x="4613273" y="0"/>
            <a:ext cx="4530727" cy="5143499"/>
          </a:xfrm>
          <a:prstGeom prst="rect">
            <a:avLst/>
          </a:prstGeom>
          <a:solidFill>
            <a:schemeClr val="accent2">
              <a:alpha val="20000"/>
            </a:schemeClr>
          </a:solidFill>
        </p:spPr>
        <p:txBody>
          <a:bodyPr vert="horz" lIns="252000" tIns="252000" rIns="252000" bIns="252000"/>
          <a:lstStyle>
            <a:lvl1pPr marL="0" indent="0">
              <a:buNone/>
              <a:defRPr sz="1050">
                <a:solidFill>
                  <a:schemeClr val="accent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dirty="0"/>
              <a:t>Insert Your Content Here</a:t>
            </a:r>
          </a:p>
        </p:txBody>
      </p:sp>
      <p:sp>
        <p:nvSpPr>
          <p:cNvPr id="3" name="Content Placeholder 12"/>
          <p:cNvSpPr>
            <a:spLocks noGrp="1"/>
          </p:cNvSpPr>
          <p:nvPr>
            <p:ph sz="quarter" idx="11"/>
          </p:nvPr>
        </p:nvSpPr>
        <p:spPr>
          <a:xfrm>
            <a:off x="252413" y="982952"/>
            <a:ext cx="3749962" cy="3418927"/>
          </a:xfrm>
          <a:prstGeom prst="rect">
            <a:avLst/>
          </a:prstGeom>
          <a:noFill/>
        </p:spPr>
        <p:txBody>
          <a:bodyPr vert="horz" wrap="square" lIns="0" tIns="0" rIns="0" bIns="0">
            <a:noAutofit/>
          </a:bodyPr>
          <a:lstStyle>
            <a:lvl1pPr marL="236538" indent="-236538">
              <a:buClr>
                <a:schemeClr val="tx2"/>
              </a:buClr>
              <a:buFont typeface="Arial" panose="020B0604020202020204" pitchFamily="34" charset="0"/>
              <a:buNone/>
              <a:defRPr sz="1800">
                <a:solidFill>
                  <a:schemeClr val="accent1"/>
                </a:solidFill>
              </a:defRPr>
            </a:lvl1pPr>
            <a:lvl2pPr marL="457200" indent="-220663">
              <a:buClr>
                <a:schemeClr val="tx2"/>
              </a:buClr>
              <a:buFont typeface="Arial" panose="020B0604020202020204" pitchFamily="34" charset="0"/>
              <a:buChar char="•"/>
              <a:defRPr sz="1600">
                <a:solidFill>
                  <a:schemeClr val="accent1"/>
                </a:solidFill>
              </a:defRPr>
            </a:lvl2pPr>
            <a:lvl3pPr marL="630238" indent="-173038">
              <a:buClr>
                <a:schemeClr val="tx2"/>
              </a:buClr>
              <a:buFont typeface="Arial" panose="020B0604020202020204" pitchFamily="34" charset="0"/>
              <a:buChar char="•"/>
              <a:defRPr sz="1400">
                <a:solidFill>
                  <a:schemeClr val="accent1"/>
                </a:solidFill>
              </a:defRPr>
            </a:lvl3pPr>
            <a:lvl4pPr marL="803275" indent="-173038">
              <a:buClr>
                <a:schemeClr val="tx2"/>
              </a:buClr>
              <a:buFont typeface="Arial" panose="020B0604020202020204" pitchFamily="34" charset="0"/>
              <a:buChar char="•"/>
              <a:defRPr sz="1400">
                <a:solidFill>
                  <a:schemeClr val="accent1"/>
                </a:solidFill>
              </a:defRPr>
            </a:lvl4pPr>
            <a:lvl5pPr marL="977900" indent="-174625" defTabSz="314325">
              <a:buClr>
                <a:schemeClr val="tx2"/>
              </a:buClr>
              <a:buFont typeface="Arial" panose="020B0604020202020204" pitchFamily="34" charset="0"/>
              <a:buChar char="•"/>
              <a:defRPr sz="14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itle 1"/>
          <p:cNvSpPr>
            <a:spLocks noGrp="1"/>
          </p:cNvSpPr>
          <p:nvPr>
            <p:ph type="title" hasCustomPrompt="1"/>
          </p:nvPr>
        </p:nvSpPr>
        <p:spPr>
          <a:xfrm>
            <a:off x="252413" y="348333"/>
            <a:ext cx="3749962" cy="369332"/>
          </a:xfrm>
          <a:prstGeom prst="rect">
            <a:avLst/>
          </a:prstGeom>
        </p:spPr>
        <p:txBody>
          <a:bodyPr wrap="square" lIns="0" tIns="0" rIns="0" bIns="0" anchor="ctr" anchorCtr="0">
            <a:spAutoFit/>
          </a:bodyPr>
          <a:lstStyle>
            <a:lvl1pPr algn="l">
              <a:defRPr sz="2400" baseline="0">
                <a:solidFill>
                  <a:schemeClr val="tx2"/>
                </a:solidFill>
              </a:defRPr>
            </a:lvl1pPr>
          </a:lstStyle>
          <a:p>
            <a:r>
              <a:rPr lang="en-US" dirty="0"/>
              <a:t>Click To Edit Section Title</a:t>
            </a:r>
          </a:p>
        </p:txBody>
      </p:sp>
      <p:sp>
        <p:nvSpPr>
          <p:cNvPr id="23" name="Rectangle 22"/>
          <p:cNvSpPr/>
          <p:nvPr userDrawn="1"/>
        </p:nvSpPr>
        <p:spPr>
          <a:xfrm rot="5400000">
            <a:off x="1854991" y="2385218"/>
            <a:ext cx="5143498" cy="373063"/>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Text Placeholder 3"/>
          <p:cNvSpPr>
            <a:spLocks noGrp="1"/>
          </p:cNvSpPr>
          <p:nvPr>
            <p:ph type="body" sz="quarter" idx="14" hasCustomPrompt="1"/>
          </p:nvPr>
        </p:nvSpPr>
        <p:spPr>
          <a:xfrm>
            <a:off x="4240208" y="0"/>
            <a:ext cx="746127" cy="5143500"/>
          </a:xfrm>
          <a:prstGeom prst="rect">
            <a:avLst/>
          </a:prstGeom>
          <a:solidFill>
            <a:schemeClr val="tx2">
              <a:alpha val="80000"/>
            </a:schemeClr>
          </a:solidFill>
          <a:ln>
            <a:noFill/>
          </a:ln>
        </p:spPr>
        <p:txBody>
          <a:bodyPr/>
          <a:lstStyle>
            <a:lvl1pPr marL="0" indent="0">
              <a:buNone/>
              <a:defRPr/>
            </a:lvl1pPr>
          </a:lstStyle>
          <a:p>
            <a:pPr lvl="0"/>
            <a:r>
              <a:rPr lang="en-US" dirty="0"/>
              <a:t> </a:t>
            </a:r>
          </a:p>
        </p:txBody>
      </p:sp>
      <p:sp>
        <p:nvSpPr>
          <p:cNvPr id="15"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6"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10" name="Picture 9"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3518578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Title ">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58056" y="2175153"/>
            <a:ext cx="8633531" cy="369332"/>
          </a:xfrm>
          <a:prstGeom prst="rect">
            <a:avLst/>
          </a:prstGeom>
        </p:spPr>
        <p:txBody>
          <a:bodyPr lIns="0" tIns="0" rIns="0" bIns="0" anchor="ctr" anchorCtr="0">
            <a:noAutofit/>
          </a:bodyPr>
          <a:lstStyle>
            <a:lvl1pPr algn="l">
              <a:defRPr sz="2400" baseline="0">
                <a:solidFill>
                  <a:schemeClr val="tx2"/>
                </a:solidFill>
              </a:defRPr>
            </a:lvl1pPr>
          </a:lstStyle>
          <a:p>
            <a:r>
              <a:rPr lang="en-US" dirty="0"/>
              <a:t>Click To Edit Section Title</a:t>
            </a:r>
          </a:p>
        </p:txBody>
      </p:sp>
      <p:sp>
        <p:nvSpPr>
          <p:cNvPr id="8" name="Text Placeholder 9"/>
          <p:cNvSpPr>
            <a:spLocks noGrp="1"/>
          </p:cNvSpPr>
          <p:nvPr>
            <p:ph type="body" sz="quarter" idx="11" hasCustomPrompt="1"/>
          </p:nvPr>
        </p:nvSpPr>
        <p:spPr>
          <a:xfrm>
            <a:off x="258056" y="2634497"/>
            <a:ext cx="8633531" cy="215444"/>
          </a:xfrm>
          <a:prstGeom prst="rect">
            <a:avLst/>
          </a:prstGeom>
        </p:spPr>
        <p:txBody>
          <a:bodyPr lIns="0" tIns="0" rIns="0" bIns="0" anchor="ctr" anchorCtr="0">
            <a:noAutofit/>
          </a:bodyPr>
          <a:lstStyle>
            <a:lvl1pPr marL="0" indent="0">
              <a:buNone/>
              <a:defRPr sz="1400" baseline="0">
                <a:solidFill>
                  <a:schemeClr val="accent1"/>
                </a:solidFill>
              </a:defRPr>
            </a:lvl1pPr>
          </a:lstStyle>
          <a:p>
            <a:pPr lvl="0"/>
            <a:r>
              <a:rPr lang="en-US" dirty="0"/>
              <a:t>Click To Edit Optional Subtitle</a:t>
            </a:r>
          </a:p>
        </p:txBody>
      </p:sp>
      <p:sp>
        <p:nvSpPr>
          <p:cNvPr id="13"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3554839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allout w Image Dark">
    <p:spTree>
      <p:nvGrpSpPr>
        <p:cNvPr id="1" name=""/>
        <p:cNvGrpSpPr/>
        <p:nvPr/>
      </p:nvGrpSpPr>
      <p:grpSpPr>
        <a:xfrm>
          <a:off x="0" y="0"/>
          <a:ext cx="0" cy="0"/>
          <a:chOff x="0" y="0"/>
          <a:chExt cx="0" cy="0"/>
        </a:xfrm>
      </p:grpSpPr>
      <p:sp>
        <p:nvSpPr>
          <p:cNvPr id="5" name="Subtitle 2"/>
          <p:cNvSpPr>
            <a:spLocks noGrp="1"/>
          </p:cNvSpPr>
          <p:nvPr>
            <p:ph type="subTitle" idx="1" hasCustomPrompt="1"/>
          </p:nvPr>
        </p:nvSpPr>
        <p:spPr>
          <a:xfrm>
            <a:off x="252413" y="2955454"/>
            <a:ext cx="8647111" cy="307777"/>
          </a:xfrm>
          <a:prstGeom prst="rect">
            <a:avLst/>
          </a:prstGeom>
        </p:spPr>
        <p:txBody>
          <a:bodyPr lIns="0" tIns="0" rIns="0" bIns="0">
            <a:noAutofit/>
          </a:bodyPr>
          <a:lstStyle>
            <a:lvl1pPr marL="0" indent="0" algn="ctr">
              <a:buNone/>
              <a:defRPr sz="200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Optional Subtitle</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11"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8" name="Picture 7"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
        <p:nvSpPr>
          <p:cNvPr id="3" name="Picture Placeholder 5"/>
          <p:cNvSpPr>
            <a:spLocks noGrp="1"/>
          </p:cNvSpPr>
          <p:nvPr>
            <p:ph type="pic" sz="quarter" idx="10" hasCustomPrompt="1"/>
          </p:nvPr>
        </p:nvSpPr>
        <p:spPr>
          <a:xfrm>
            <a:off x="0" y="0"/>
            <a:ext cx="9144000" cy="5143500"/>
          </a:xfrm>
          <a:prstGeom prst="rect">
            <a:avLst/>
          </a:prstGeom>
          <a:solidFill>
            <a:srgbClr val="8E8F93">
              <a:alpha val="20000"/>
            </a:srgbClr>
          </a:solidFill>
        </p:spPr>
        <p:txBody>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400" b="1">
                <a:solidFill>
                  <a:schemeClr val="accent6"/>
                </a:solidFill>
              </a:defRPr>
            </a:lvl1pPr>
          </a:lstStyle>
          <a:p>
            <a:r>
              <a:rPr lang="en-US" dirty="0"/>
              <a:t>Drag your image here (drop on the picture icon) and remember to send this box to the “back” so that the green dividing line is visually on top of the image.</a:t>
            </a:r>
          </a:p>
        </p:txBody>
      </p:sp>
      <p:sp>
        <p:nvSpPr>
          <p:cNvPr id="4" name="Title 1"/>
          <p:cNvSpPr>
            <a:spLocks noGrp="1"/>
          </p:cNvSpPr>
          <p:nvPr>
            <p:ph type="ctrTitle" hasCustomPrompt="1"/>
          </p:nvPr>
        </p:nvSpPr>
        <p:spPr>
          <a:xfrm>
            <a:off x="252413" y="1713559"/>
            <a:ext cx="8647112" cy="1231106"/>
          </a:xfrm>
          <a:prstGeom prst="rect">
            <a:avLst/>
          </a:prstGeom>
        </p:spPr>
        <p:txBody>
          <a:bodyPr lIns="0" tIns="0" rIns="0" bIns="0" anchor="t">
            <a:noAutofit/>
          </a:bodyPr>
          <a:lstStyle>
            <a:lvl1pPr marL="0" indent="0" algn="ctr">
              <a:buFont typeface="Arial"/>
              <a:buNone/>
              <a:defRPr sz="4000">
                <a:solidFill>
                  <a:schemeClr val="bg1"/>
                </a:solidFill>
              </a:defRPr>
            </a:lvl1pPr>
          </a:lstStyle>
          <a:p>
            <a:r>
              <a:rPr lang="en-US" dirty="0"/>
              <a:t>CLICK TO EDIT QUOTE OR CALLOUT</a:t>
            </a:r>
          </a:p>
        </p:txBody>
      </p:sp>
    </p:spTree>
    <p:extLst>
      <p:ext uri="{BB962C8B-B14F-4D97-AF65-F5344CB8AC3E}">
        <p14:creationId xmlns:p14="http://schemas.microsoft.com/office/powerpoint/2010/main" val="2521642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w Image Light">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252413" y="1713559"/>
            <a:ext cx="8647112" cy="1231106"/>
          </a:xfrm>
          <a:prstGeom prst="rect">
            <a:avLst/>
          </a:prstGeom>
        </p:spPr>
        <p:txBody>
          <a:bodyPr lIns="0" tIns="0" rIns="0" bIns="0" anchor="t">
            <a:noAutofit/>
          </a:bodyPr>
          <a:lstStyle>
            <a:lvl1pPr marL="0" indent="0" algn="ctr">
              <a:buFont typeface="Arial"/>
              <a:buNone/>
              <a:defRPr sz="4000">
                <a:solidFill>
                  <a:schemeClr val="accent1"/>
                </a:solidFill>
              </a:defRPr>
            </a:lvl1pPr>
          </a:lstStyle>
          <a:p>
            <a:r>
              <a:rPr lang="en-US" dirty="0"/>
              <a:t>CLICK TO EDIT QUOTE OR CALLOUT</a:t>
            </a:r>
          </a:p>
        </p:txBody>
      </p:sp>
      <p:sp>
        <p:nvSpPr>
          <p:cNvPr id="5" name="Subtitle 2"/>
          <p:cNvSpPr>
            <a:spLocks noGrp="1"/>
          </p:cNvSpPr>
          <p:nvPr>
            <p:ph type="subTitle" idx="1" hasCustomPrompt="1"/>
          </p:nvPr>
        </p:nvSpPr>
        <p:spPr>
          <a:xfrm>
            <a:off x="252413" y="2955454"/>
            <a:ext cx="8647111" cy="307777"/>
          </a:xfrm>
          <a:prstGeom prst="rect">
            <a:avLst/>
          </a:prstGeom>
        </p:spPr>
        <p:txBody>
          <a:bodyPr lIns="0" tIns="0" rIns="0" bIns="0">
            <a:noAutofit/>
          </a:bodyPr>
          <a:lstStyle>
            <a:lvl1pPr marL="0" indent="0" algn="ctr">
              <a:buNone/>
              <a:defRPr sz="200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Optional Subtitle</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8" name="Picture 7"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
        <p:nvSpPr>
          <p:cNvPr id="3" name="Picture Placeholder 5"/>
          <p:cNvSpPr>
            <a:spLocks noGrp="1"/>
          </p:cNvSpPr>
          <p:nvPr>
            <p:ph type="pic" sz="quarter" idx="10" hasCustomPrompt="1"/>
          </p:nvPr>
        </p:nvSpPr>
        <p:spPr>
          <a:xfrm>
            <a:off x="0" y="0"/>
            <a:ext cx="9144000" cy="5143500"/>
          </a:xfrm>
          <a:prstGeom prst="rect">
            <a:avLst/>
          </a:prstGeom>
          <a:solidFill>
            <a:srgbClr val="8E8F93">
              <a:alpha val="20000"/>
            </a:srgbClr>
          </a:solidFill>
        </p:spPr>
        <p:txBody>
          <a:bodyPr/>
          <a:lstStyle>
            <a:lvl1pPr marL="0" indent="0">
              <a:buNone/>
              <a:defRPr sz="1400" b="1">
                <a:solidFill>
                  <a:srgbClr val="00B0F0"/>
                </a:solidFill>
              </a:defRPr>
            </a:lvl1pPr>
          </a:lstStyle>
          <a:p>
            <a:r>
              <a:rPr lang="en-US" dirty="0"/>
              <a:t>Drag your image here (drop on the picture icon) and remember to send this box to the “back” so that the green dividing line is visually on top of the image.</a:t>
            </a:r>
          </a:p>
        </p:txBody>
      </p:sp>
    </p:spTree>
    <p:extLst>
      <p:ext uri="{BB962C8B-B14F-4D97-AF65-F5344CB8AC3E}">
        <p14:creationId xmlns:p14="http://schemas.microsoft.com/office/powerpoint/2010/main" val="2947468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on White">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252413" y="1713559"/>
            <a:ext cx="8647112" cy="1231106"/>
          </a:xfrm>
          <a:prstGeom prst="rect">
            <a:avLst/>
          </a:prstGeom>
        </p:spPr>
        <p:txBody>
          <a:bodyPr wrap="square" lIns="0" tIns="0" rIns="0" bIns="0" anchor="t">
            <a:noAutofit/>
          </a:bodyPr>
          <a:lstStyle>
            <a:lvl1pPr marL="0" indent="0" algn="ctr">
              <a:buFont typeface="Arial"/>
              <a:buNone/>
              <a:defRPr sz="4000">
                <a:solidFill>
                  <a:schemeClr val="accent1"/>
                </a:solidFill>
              </a:defRPr>
            </a:lvl1pPr>
          </a:lstStyle>
          <a:p>
            <a:r>
              <a:rPr lang="en-US" dirty="0"/>
              <a:t>CLICK TO EDIT QUOTE OR CALLOUT</a:t>
            </a:r>
          </a:p>
        </p:txBody>
      </p:sp>
      <p:sp>
        <p:nvSpPr>
          <p:cNvPr id="5" name="Subtitle 2"/>
          <p:cNvSpPr>
            <a:spLocks noGrp="1"/>
          </p:cNvSpPr>
          <p:nvPr>
            <p:ph type="subTitle" idx="1" hasCustomPrompt="1"/>
          </p:nvPr>
        </p:nvSpPr>
        <p:spPr>
          <a:xfrm>
            <a:off x="252413" y="2955454"/>
            <a:ext cx="8647111" cy="307777"/>
          </a:xfrm>
          <a:prstGeom prst="rect">
            <a:avLst/>
          </a:prstGeom>
        </p:spPr>
        <p:txBody>
          <a:bodyPr wrap="square" lIns="0" tIns="0" rIns="0" bIns="0">
            <a:noAutofit/>
          </a:bodyPr>
          <a:lstStyle>
            <a:lvl1pPr marL="0" indent="0" algn="ctr">
              <a:buNone/>
              <a:defRPr sz="200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Optional Subtitle</a:t>
            </a:r>
          </a:p>
        </p:txBody>
      </p:sp>
      <p:sp>
        <p:nvSpPr>
          <p:cNvPr id="9"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1"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191992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llout on SE Life Green">
    <p:bg>
      <p:bgPr>
        <a:solidFill>
          <a:schemeClr val="tx2"/>
        </a:solidFill>
        <a:effectLst/>
      </p:bgPr>
    </p:bg>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252413" y="1713559"/>
            <a:ext cx="8647112" cy="1231106"/>
          </a:xfrm>
          <a:prstGeom prst="rect">
            <a:avLst/>
          </a:prstGeom>
        </p:spPr>
        <p:txBody>
          <a:bodyPr lIns="0" tIns="0" rIns="0" bIns="0" anchor="t">
            <a:noAutofit/>
          </a:bodyPr>
          <a:lstStyle>
            <a:lvl1pPr marL="0" indent="0" algn="ctr">
              <a:buFont typeface="Arial"/>
              <a:buNone/>
              <a:defRPr sz="4000">
                <a:solidFill>
                  <a:schemeClr val="bg1"/>
                </a:solidFill>
              </a:defRPr>
            </a:lvl1pPr>
          </a:lstStyle>
          <a:p>
            <a:r>
              <a:rPr lang="en-US" dirty="0"/>
              <a:t>CLICK TO EDIT QUOTE OR CALLOUT</a:t>
            </a:r>
          </a:p>
        </p:txBody>
      </p:sp>
      <p:sp>
        <p:nvSpPr>
          <p:cNvPr id="10" name="Subtitle 2"/>
          <p:cNvSpPr>
            <a:spLocks noGrp="1"/>
          </p:cNvSpPr>
          <p:nvPr>
            <p:ph type="subTitle" idx="1" hasCustomPrompt="1"/>
          </p:nvPr>
        </p:nvSpPr>
        <p:spPr>
          <a:xfrm>
            <a:off x="252413" y="2955454"/>
            <a:ext cx="8647111" cy="307777"/>
          </a:xfrm>
          <a:prstGeom prst="rect">
            <a:avLst/>
          </a:prstGeom>
        </p:spPr>
        <p:txBody>
          <a:bodyPr lIns="0" tIns="0" rIns="0" bIns="0">
            <a:noAutofit/>
          </a:bodyPr>
          <a:lstStyle>
            <a:lvl1pPr marL="0" indent="0" algn="ctr">
              <a:buNone/>
              <a:defRPr sz="2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Optional Subtitle</a:t>
            </a:r>
          </a:p>
        </p:txBody>
      </p:sp>
      <p:sp>
        <p:nvSpPr>
          <p:cNvPr id="14"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15"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11" name="Picture 10" descr="schneider_LIO_White_RGB.png"/>
          <p:cNvPicPr>
            <a:picLocks noChangeAspect="1"/>
          </p:cNvPicPr>
          <p:nvPr userDrawn="1"/>
        </p:nvPicPr>
        <p:blipFill>
          <a:blip r:embed="rId2" cstate="print"/>
          <a:stretch>
            <a:fillRect/>
          </a:stretch>
        </p:blipFill>
        <p:spPr>
          <a:xfrm>
            <a:off x="7075053" y="4508525"/>
            <a:ext cx="2018707" cy="556586"/>
          </a:xfrm>
          <a:prstGeom prst="rect">
            <a:avLst/>
          </a:prstGeom>
        </p:spPr>
      </p:pic>
    </p:spTree>
    <p:extLst>
      <p:ext uri="{BB962C8B-B14F-4D97-AF65-F5344CB8AC3E}">
        <p14:creationId xmlns:p14="http://schemas.microsoft.com/office/powerpoint/2010/main" val="245108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_Divider_Image">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1747891" y="4857156"/>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9" name="Footer Placeholder 4"/>
          <p:cNvSpPr>
            <a:spLocks noGrp="1"/>
          </p:cNvSpPr>
          <p:nvPr>
            <p:ph type="ftr" sz="quarter" idx="3"/>
          </p:nvPr>
        </p:nvSpPr>
        <p:spPr>
          <a:xfrm>
            <a:off x="252414" y="4857155"/>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7" name="Picture 6" descr="schneider_LIO_White_RGB.png"/>
          <p:cNvPicPr>
            <a:picLocks noChangeAspect="1"/>
          </p:cNvPicPr>
          <p:nvPr userDrawn="1"/>
        </p:nvPicPr>
        <p:blipFill>
          <a:blip r:embed="rId2" cstate="print"/>
          <a:stretch>
            <a:fillRect/>
          </a:stretch>
        </p:blipFill>
        <p:spPr>
          <a:xfrm>
            <a:off x="7105948" y="4510059"/>
            <a:ext cx="1907005" cy="525789"/>
          </a:xfrm>
          <a:prstGeom prst="rect">
            <a:avLst/>
          </a:prstGeom>
        </p:spPr>
      </p:pic>
      <p:sp>
        <p:nvSpPr>
          <p:cNvPr id="12" name="Title 1"/>
          <p:cNvSpPr>
            <a:spLocks noGrp="1"/>
          </p:cNvSpPr>
          <p:nvPr>
            <p:ph type="title" hasCustomPrompt="1"/>
          </p:nvPr>
        </p:nvSpPr>
        <p:spPr>
          <a:xfrm>
            <a:off x="0" y="2041071"/>
            <a:ext cx="9144000" cy="867640"/>
          </a:xfrm>
          <a:prstGeom prst="rect">
            <a:avLst/>
          </a:prstGeom>
          <a:solidFill>
            <a:schemeClr val="tx2">
              <a:alpha val="80000"/>
            </a:schemeClr>
          </a:solidFill>
        </p:spPr>
        <p:txBody>
          <a:bodyPr lIns="251966" tIns="0" rIns="0" bIns="0" anchor="ctr" anchorCtr="0"/>
          <a:lstStyle>
            <a:lvl1pPr algn="l">
              <a:defRPr sz="2400" baseline="0">
                <a:solidFill>
                  <a:srgbClr val="FFFFFF"/>
                </a:solidFill>
              </a:defRPr>
            </a:lvl1pPr>
          </a:lstStyle>
          <a:p>
            <a:r>
              <a:rPr lang="en-US" dirty="0"/>
              <a:t>Click To Edit Section Title</a:t>
            </a:r>
          </a:p>
        </p:txBody>
      </p:sp>
      <p:sp>
        <p:nvSpPr>
          <p:cNvPr id="13" name="Text Placeholder 9"/>
          <p:cNvSpPr>
            <a:spLocks noGrp="1"/>
          </p:cNvSpPr>
          <p:nvPr>
            <p:ph type="body" sz="quarter" idx="11" hasCustomPrompt="1"/>
          </p:nvPr>
        </p:nvSpPr>
        <p:spPr>
          <a:xfrm>
            <a:off x="0" y="2900387"/>
            <a:ext cx="9144000" cy="373063"/>
          </a:xfrm>
          <a:prstGeom prst="rect">
            <a:avLst/>
          </a:prstGeom>
          <a:solidFill>
            <a:schemeClr val="tx2"/>
          </a:solidFill>
        </p:spPr>
        <p:txBody>
          <a:bodyPr lIns="251966" tIns="0" rIns="0" bIns="0" anchor="ctr" anchorCtr="0"/>
          <a:lstStyle>
            <a:lvl1pPr marL="0" indent="0">
              <a:buNone/>
              <a:defRPr sz="1200" baseline="0">
                <a:solidFill>
                  <a:schemeClr val="bg1"/>
                </a:solidFill>
              </a:defRPr>
            </a:lvl1pPr>
          </a:lstStyle>
          <a:p>
            <a:pPr lvl="0"/>
            <a:r>
              <a:rPr lang="en-US" dirty="0"/>
              <a:t>Click To Edit Optional Subtitle</a:t>
            </a:r>
          </a:p>
        </p:txBody>
      </p:sp>
      <p:sp>
        <p:nvSpPr>
          <p:cNvPr id="10" name="Picture Placeholder 5"/>
          <p:cNvSpPr>
            <a:spLocks noGrp="1"/>
          </p:cNvSpPr>
          <p:nvPr>
            <p:ph type="pic" sz="quarter" idx="10" hasCustomPrompt="1"/>
          </p:nvPr>
        </p:nvSpPr>
        <p:spPr>
          <a:xfrm>
            <a:off x="0" y="0"/>
            <a:ext cx="9144000" cy="5143500"/>
          </a:xfrm>
          <a:prstGeom prst="rect">
            <a:avLst/>
          </a:prstGeom>
          <a:solidFill>
            <a:srgbClr val="8E8F93">
              <a:alpha val="20000"/>
            </a:srgbClr>
          </a:solidFill>
        </p:spPr>
        <p:txBody>
          <a:bodyPr/>
          <a:lstStyle>
            <a:lvl1pPr marL="0" indent="0">
              <a:buNone/>
              <a:defRPr sz="1400" b="1">
                <a:solidFill>
                  <a:schemeClr val="accent6"/>
                </a:solidFill>
              </a:defRPr>
            </a:lvl1pPr>
          </a:lstStyle>
          <a:p>
            <a:r>
              <a:rPr lang="en-US" dirty="0"/>
              <a:t>Drag your image here (drop on the picture icon) and remember to send this box to the “back” so that the green dividing line is visually on top of the image.</a:t>
            </a:r>
          </a:p>
        </p:txBody>
      </p:sp>
    </p:spTree>
    <p:extLst>
      <p:ext uri="{BB962C8B-B14F-4D97-AF65-F5344CB8AC3E}">
        <p14:creationId xmlns:p14="http://schemas.microsoft.com/office/powerpoint/2010/main" val="25283182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Slide Master">
    <p:bg>
      <p:bgPr>
        <a:solidFill>
          <a:schemeClr val="tx2"/>
        </a:solidFill>
        <a:effectLst/>
      </p:bgPr>
    </p:bg>
    <p:spTree>
      <p:nvGrpSpPr>
        <p:cNvPr id="1" name=""/>
        <p:cNvGrpSpPr/>
        <p:nvPr/>
      </p:nvGrpSpPr>
      <p:grpSpPr>
        <a:xfrm>
          <a:off x="0" y="0"/>
          <a:ext cx="0" cy="0"/>
          <a:chOff x="0" y="0"/>
          <a:chExt cx="0" cy="0"/>
        </a:xfrm>
      </p:grpSpPr>
      <p:pic>
        <p:nvPicPr>
          <p:cNvPr id="4" name="Picture 3" descr="schneider_LIO_White_RGB.png"/>
          <p:cNvPicPr>
            <a:picLocks noChangeAspect="1"/>
          </p:cNvPicPr>
          <p:nvPr userDrawn="1"/>
        </p:nvPicPr>
        <p:blipFill>
          <a:blip r:embed="rId2" cstate="print"/>
          <a:stretch>
            <a:fillRect/>
          </a:stretch>
        </p:blipFill>
        <p:spPr>
          <a:xfrm>
            <a:off x="2769124" y="1958662"/>
            <a:ext cx="3559382" cy="981372"/>
          </a:xfrm>
          <a:prstGeom prst="rect">
            <a:avLst/>
          </a:prstGeom>
        </p:spPr>
      </p:pic>
    </p:spTree>
    <p:extLst>
      <p:ext uri="{BB962C8B-B14F-4D97-AF65-F5344CB8AC3E}">
        <p14:creationId xmlns:p14="http://schemas.microsoft.com/office/powerpoint/2010/main" val="3037047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column w/ callout">
    <p:spTree>
      <p:nvGrpSpPr>
        <p:cNvPr id="1" name=""/>
        <p:cNvGrpSpPr/>
        <p:nvPr/>
      </p:nvGrpSpPr>
      <p:grpSpPr>
        <a:xfrm>
          <a:off x="0" y="0"/>
          <a:ext cx="0" cy="0"/>
          <a:chOff x="0" y="0"/>
          <a:chExt cx="0" cy="0"/>
        </a:xfrm>
      </p:grpSpPr>
      <p:sp>
        <p:nvSpPr>
          <p:cNvPr id="15" name="Text Placeholder 11"/>
          <p:cNvSpPr>
            <a:spLocks noGrp="1"/>
          </p:cNvSpPr>
          <p:nvPr>
            <p:ph type="body" sz="quarter" idx="13" hasCustomPrompt="1"/>
          </p:nvPr>
        </p:nvSpPr>
        <p:spPr>
          <a:xfrm>
            <a:off x="6192839" y="4066302"/>
            <a:ext cx="269875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caption to the chart goes here</a:t>
            </a:r>
          </a:p>
        </p:txBody>
      </p:sp>
      <p:cxnSp>
        <p:nvCxnSpPr>
          <p:cNvPr id="9" name="Straight Connector 8"/>
          <p:cNvCxnSpPr/>
          <p:nvPr userDrawn="1"/>
        </p:nvCxnSpPr>
        <p:spPr>
          <a:xfrm>
            <a:off x="6014065"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23" name="Text Placeholder 11"/>
          <p:cNvSpPr>
            <a:spLocks noGrp="1"/>
          </p:cNvSpPr>
          <p:nvPr>
            <p:ph type="body" sz="quarter" idx="16" hasCustomPrompt="1"/>
          </p:nvPr>
        </p:nvSpPr>
        <p:spPr>
          <a:xfrm>
            <a:off x="258055" y="4066302"/>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6" name="Content Placeholder 5"/>
          <p:cNvSpPr>
            <a:spLocks noGrp="1"/>
          </p:cNvSpPr>
          <p:nvPr>
            <p:ph sz="quarter" idx="18"/>
          </p:nvPr>
        </p:nvSpPr>
        <p:spPr>
          <a:xfrm>
            <a:off x="258054" y="1202024"/>
            <a:ext cx="5574419" cy="230009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6192838" y="1201738"/>
            <a:ext cx="2698750" cy="2287696"/>
          </a:xfrm>
        </p:spPr>
        <p:txBody>
          <a:bodyPr>
            <a:noAutofit/>
          </a:bodyPr>
          <a:lstStyle>
            <a:lvl1pPr>
              <a:defRPr sz="1200"/>
            </a:lvl1pPr>
            <a:lvl2pPr>
              <a:defRPr sz="11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2"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4"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37497948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ndard Layout">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5"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8" name="Content Placeholder 2"/>
          <p:cNvSpPr>
            <a:spLocks noGrp="1"/>
          </p:cNvSpPr>
          <p:nvPr>
            <p:ph sz="quarter" idx="31"/>
          </p:nvPr>
        </p:nvSpPr>
        <p:spPr>
          <a:xfrm>
            <a:off x="258055" y="1203325"/>
            <a:ext cx="8679570" cy="3176589"/>
          </a:xfrm>
        </p:spPr>
        <p:txBody>
          <a:bodyPr wrap="square">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32"/>
          </p:nvPr>
        </p:nvSpPr>
        <p:spPr>
          <a:xfrm>
            <a:off x="252413" y="230187"/>
            <a:ext cx="8647112" cy="369332"/>
          </a:xfrm>
        </p:spPr>
        <p:txBody>
          <a:bodyPr/>
          <a:lstStyle>
            <a:lvl1pPr>
              <a:buFontTx/>
              <a:buNone/>
              <a:defRPr sz="2400" b="1">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4" name="Text Placeholder 13"/>
          <p:cNvSpPr>
            <a:spLocks noGrp="1"/>
          </p:cNvSpPr>
          <p:nvPr>
            <p:ph type="body" sz="quarter" idx="33"/>
          </p:nvPr>
        </p:nvSpPr>
        <p:spPr>
          <a:xfrm>
            <a:off x="252413" y="683366"/>
            <a:ext cx="8647112" cy="253916"/>
          </a:xfrm>
        </p:spPr>
        <p:txBody>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4067016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column">
    <p:spTree>
      <p:nvGrpSpPr>
        <p:cNvPr id="1" name=""/>
        <p:cNvGrpSpPr/>
        <p:nvPr/>
      </p:nvGrpSpPr>
      <p:grpSpPr>
        <a:xfrm>
          <a:off x="0" y="0"/>
          <a:ext cx="0" cy="0"/>
          <a:chOff x="0" y="0"/>
          <a:chExt cx="0" cy="0"/>
        </a:xfrm>
      </p:grpSpPr>
      <p:sp>
        <p:nvSpPr>
          <p:cNvPr id="20" name="Text Placeholder 11"/>
          <p:cNvSpPr>
            <a:spLocks noGrp="1"/>
          </p:cNvSpPr>
          <p:nvPr>
            <p:ph type="body" sz="quarter" idx="13" hasCustomPrompt="1"/>
          </p:nvPr>
        </p:nvSpPr>
        <p:spPr>
          <a:xfrm>
            <a:off x="252414" y="4066302"/>
            <a:ext cx="5580061" cy="123111"/>
          </a:xfrm>
          <a:prstGeom prst="rect">
            <a:avLst/>
          </a:prstGeom>
        </p:spPr>
        <p:txBody>
          <a:bodyPr lIns="0" tIns="0" rIns="0" bIns="0" anchor="b" anchorCtr="0">
            <a:spAutoFit/>
          </a:bodyPr>
          <a:lstStyle>
            <a:lvl1pPr marL="15874" indent="0">
              <a:buNone/>
              <a:defRPr sz="800" baseline="0">
                <a:solidFill>
                  <a:srgbClr val="8E8F93"/>
                </a:solidFill>
              </a:defRPr>
            </a:lvl1pPr>
          </a:lstStyle>
          <a:p>
            <a:pPr lvl="0"/>
            <a:r>
              <a:rPr lang="en-US" dirty="0"/>
              <a:t>Optional description / context goes here</a:t>
            </a:r>
          </a:p>
        </p:txBody>
      </p:sp>
      <p:sp>
        <p:nvSpPr>
          <p:cNvPr id="4" name="Content Placeholder 3"/>
          <p:cNvSpPr>
            <a:spLocks noGrp="1"/>
          </p:cNvSpPr>
          <p:nvPr>
            <p:ph sz="quarter" idx="17"/>
          </p:nvPr>
        </p:nvSpPr>
        <p:spPr>
          <a:xfrm>
            <a:off x="252413" y="1203326"/>
            <a:ext cx="5580062" cy="271703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8" name="Text Placeholder 11"/>
          <p:cNvSpPr>
            <a:spLocks noGrp="1"/>
          </p:cNvSpPr>
          <p:nvPr>
            <p:ph type="body" sz="quarter" idx="32"/>
          </p:nvPr>
        </p:nvSpPr>
        <p:spPr>
          <a:xfrm>
            <a:off x="252413" y="230187"/>
            <a:ext cx="8647112" cy="369332"/>
          </a:xfrm>
        </p:spPr>
        <p:txBody>
          <a:bodyPr/>
          <a:lstStyle>
            <a:lvl1pPr>
              <a:buFontTx/>
              <a:buNone/>
              <a:defRPr sz="2400" b="1">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1" name="Text Placeholder 13"/>
          <p:cNvSpPr>
            <a:spLocks noGrp="1"/>
          </p:cNvSpPr>
          <p:nvPr>
            <p:ph type="body" sz="quarter" idx="33"/>
          </p:nvPr>
        </p:nvSpPr>
        <p:spPr>
          <a:xfrm>
            <a:off x="252413" y="683366"/>
            <a:ext cx="8647112" cy="253916"/>
          </a:xfrm>
        </p:spPr>
        <p:txBody>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7558803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column stacked">
    <p:spTree>
      <p:nvGrpSpPr>
        <p:cNvPr id="1" name=""/>
        <p:cNvGrpSpPr/>
        <p:nvPr/>
      </p:nvGrpSpPr>
      <p:grpSpPr>
        <a:xfrm>
          <a:off x="0" y="0"/>
          <a:ext cx="0" cy="0"/>
          <a:chOff x="0" y="0"/>
          <a:chExt cx="0" cy="0"/>
        </a:xfrm>
      </p:grpSpPr>
      <p:sp>
        <p:nvSpPr>
          <p:cNvPr id="11" name="Content Placeholder 5"/>
          <p:cNvSpPr>
            <a:spLocks noGrp="1"/>
          </p:cNvSpPr>
          <p:nvPr>
            <p:ph sz="quarter" idx="34"/>
          </p:nvPr>
        </p:nvSpPr>
        <p:spPr>
          <a:xfrm>
            <a:off x="247390" y="3037460"/>
            <a:ext cx="5574419" cy="1471478"/>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p:cNvSpPr>
            <a:spLocks noGrp="1"/>
          </p:cNvSpPr>
          <p:nvPr>
            <p:ph type="body" sz="quarter" idx="16" hasCustomPrompt="1"/>
          </p:nvPr>
        </p:nvSpPr>
        <p:spPr>
          <a:xfrm>
            <a:off x="252414" y="2674811"/>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8" name="Text Placeholder 11"/>
          <p:cNvSpPr>
            <a:spLocks noGrp="1"/>
          </p:cNvSpPr>
          <p:nvPr>
            <p:ph type="body" sz="quarter" idx="20" hasCustomPrompt="1"/>
          </p:nvPr>
        </p:nvSpPr>
        <p:spPr>
          <a:xfrm>
            <a:off x="258057" y="4569743"/>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6" name="Content Placeholder 5"/>
          <p:cNvSpPr>
            <a:spLocks noGrp="1"/>
          </p:cNvSpPr>
          <p:nvPr>
            <p:ph sz="quarter" idx="23"/>
          </p:nvPr>
        </p:nvSpPr>
        <p:spPr>
          <a:xfrm>
            <a:off x="248010" y="1213547"/>
            <a:ext cx="5574419" cy="1370903"/>
          </a:xfrm>
        </p:spPr>
        <p:txBody>
          <a:bodyPr>
            <a:noAutofit/>
          </a:bodyPr>
          <a:lstStyle>
            <a:lvl5pP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3"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4" name="Text Placeholder 11"/>
          <p:cNvSpPr>
            <a:spLocks noGrp="1"/>
          </p:cNvSpPr>
          <p:nvPr>
            <p:ph type="body" sz="quarter" idx="32"/>
          </p:nvPr>
        </p:nvSpPr>
        <p:spPr>
          <a:xfrm>
            <a:off x="252413" y="230187"/>
            <a:ext cx="8647112" cy="369332"/>
          </a:xfrm>
        </p:spPr>
        <p:txBody>
          <a:bodyPr>
            <a:noAutofit/>
          </a:bodyPr>
          <a:lstStyle>
            <a:lvl1pPr>
              <a:buFontTx/>
              <a:buNone/>
              <a:defRPr sz="2400" b="1">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277520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column">
    <p:spTree>
      <p:nvGrpSpPr>
        <p:cNvPr id="1" name=""/>
        <p:cNvGrpSpPr/>
        <p:nvPr/>
      </p:nvGrpSpPr>
      <p:grpSpPr>
        <a:xfrm>
          <a:off x="0" y="0"/>
          <a:ext cx="0" cy="0"/>
          <a:chOff x="0" y="0"/>
          <a:chExt cx="0" cy="0"/>
        </a:xfrm>
      </p:grpSpPr>
      <p:sp>
        <p:nvSpPr>
          <p:cNvPr id="14" name="Content Placeholder 2"/>
          <p:cNvSpPr>
            <a:spLocks noGrp="1"/>
          </p:cNvSpPr>
          <p:nvPr>
            <p:ph sz="quarter" idx="24"/>
          </p:nvPr>
        </p:nvSpPr>
        <p:spPr>
          <a:xfrm>
            <a:off x="4764969" y="1203325"/>
            <a:ext cx="4172656" cy="271106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11"/>
          <p:cNvSpPr>
            <a:spLocks noGrp="1"/>
          </p:cNvSpPr>
          <p:nvPr>
            <p:ph type="body" sz="quarter" idx="13" hasCustomPrompt="1"/>
          </p:nvPr>
        </p:nvSpPr>
        <p:spPr>
          <a:xfrm>
            <a:off x="4791076" y="4066302"/>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8" name="Text Placeholder 11"/>
          <p:cNvSpPr>
            <a:spLocks noGrp="1"/>
          </p:cNvSpPr>
          <p:nvPr>
            <p:ph type="body" sz="quarter" idx="15" hasCustomPrompt="1"/>
          </p:nvPr>
        </p:nvSpPr>
        <p:spPr>
          <a:xfrm>
            <a:off x="252414" y="4066302"/>
            <a:ext cx="4178298"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22"/>
          </p:nvPr>
        </p:nvSpPr>
        <p:spPr>
          <a:xfrm>
            <a:off x="247547" y="1209296"/>
            <a:ext cx="4172656" cy="271106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1"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2"/>
          </p:nvPr>
        </p:nvSpPr>
        <p:spPr>
          <a:xfrm>
            <a:off x="252413" y="230187"/>
            <a:ext cx="8647112" cy="369332"/>
          </a:xfrm>
        </p:spPr>
        <p:txBody>
          <a:bodyPr>
            <a:noAutofit/>
          </a:bodyPr>
          <a:lstStyle>
            <a:lvl1pPr>
              <a:buFontTx/>
              <a:buNone/>
              <a:defRPr sz="2400" b="1">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5922868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column comparison">
    <p:spTree>
      <p:nvGrpSpPr>
        <p:cNvPr id="1" name=""/>
        <p:cNvGrpSpPr/>
        <p:nvPr/>
      </p:nvGrpSpPr>
      <p:grpSpPr>
        <a:xfrm>
          <a:off x="0" y="0"/>
          <a:ext cx="0" cy="0"/>
          <a:chOff x="0" y="0"/>
          <a:chExt cx="0" cy="0"/>
        </a:xfrm>
      </p:grpSpPr>
      <p:sp>
        <p:nvSpPr>
          <p:cNvPr id="16" name="Content Placeholder 2"/>
          <p:cNvSpPr>
            <a:spLocks noGrp="1"/>
          </p:cNvSpPr>
          <p:nvPr>
            <p:ph sz="quarter" idx="22"/>
          </p:nvPr>
        </p:nvSpPr>
        <p:spPr>
          <a:xfrm>
            <a:off x="4764969" y="1203326"/>
            <a:ext cx="4172656" cy="273805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11"/>
          <p:cNvSpPr>
            <a:spLocks noGrp="1"/>
          </p:cNvSpPr>
          <p:nvPr>
            <p:ph type="body" sz="quarter" idx="13" hasCustomPrompt="1"/>
          </p:nvPr>
        </p:nvSpPr>
        <p:spPr>
          <a:xfrm>
            <a:off x="4791076" y="4066302"/>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2" name="Text Placeholder 11"/>
          <p:cNvSpPr>
            <a:spLocks noGrp="1"/>
          </p:cNvSpPr>
          <p:nvPr>
            <p:ph type="body" sz="quarter" idx="15" hasCustomPrompt="1"/>
          </p:nvPr>
        </p:nvSpPr>
        <p:spPr>
          <a:xfrm>
            <a:off x="252414" y="4066302"/>
            <a:ext cx="417829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cxnSp>
        <p:nvCxnSpPr>
          <p:cNvPr id="13" name="Straight Connector 12"/>
          <p:cNvCxnSpPr/>
          <p:nvPr userDrawn="1"/>
        </p:nvCxnSpPr>
        <p:spPr>
          <a:xfrm>
            <a:off x="4549718"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5" name="Content Placeholder 4"/>
          <p:cNvSpPr>
            <a:spLocks noGrp="1"/>
          </p:cNvSpPr>
          <p:nvPr>
            <p:ph sz="quarter" idx="20"/>
          </p:nvPr>
        </p:nvSpPr>
        <p:spPr>
          <a:xfrm>
            <a:off x="241903" y="1203327"/>
            <a:ext cx="4178299" cy="273805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5"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7" name="Text Placeholder 11"/>
          <p:cNvSpPr>
            <a:spLocks noGrp="1"/>
          </p:cNvSpPr>
          <p:nvPr>
            <p:ph type="body" sz="quarter" idx="32"/>
          </p:nvPr>
        </p:nvSpPr>
        <p:spPr>
          <a:xfrm>
            <a:off x="252413" y="230187"/>
            <a:ext cx="8647112" cy="369332"/>
          </a:xfrm>
        </p:spPr>
        <p:txBody>
          <a:bodyPr>
            <a:noAutofit/>
          </a:bodyPr>
          <a:lstStyle>
            <a:lvl1pPr>
              <a:buFontTx/>
              <a:buNone/>
              <a:defRPr sz="2400" b="1">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8"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41553253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column stacked">
    <p:spTree>
      <p:nvGrpSpPr>
        <p:cNvPr id="1" name=""/>
        <p:cNvGrpSpPr/>
        <p:nvPr/>
      </p:nvGrpSpPr>
      <p:grpSpPr>
        <a:xfrm>
          <a:off x="0" y="0"/>
          <a:ext cx="0" cy="0"/>
          <a:chOff x="0" y="0"/>
          <a:chExt cx="0" cy="0"/>
        </a:xfrm>
      </p:grpSpPr>
      <p:sp>
        <p:nvSpPr>
          <p:cNvPr id="6" name="Text Placeholder 11"/>
          <p:cNvSpPr>
            <a:spLocks noGrp="1"/>
          </p:cNvSpPr>
          <p:nvPr>
            <p:ph type="body" sz="quarter" idx="18" hasCustomPrompt="1"/>
          </p:nvPr>
        </p:nvSpPr>
        <p:spPr>
          <a:xfrm>
            <a:off x="248530" y="2698483"/>
            <a:ext cx="8633531" cy="123111"/>
          </a:xfrm>
          <a:prstGeom prst="rect">
            <a:avLst/>
          </a:prstGeom>
        </p:spPr>
        <p:txBody>
          <a:bodyPr lIns="0" tIns="0" rIns="0" bIns="0" anchor="b" anchorCtr="0">
            <a:spAutoFit/>
          </a:bodyPr>
          <a:lstStyle>
            <a:lvl1pPr marL="15874" indent="0">
              <a:buNone/>
              <a:defRPr sz="800" baseline="0">
                <a:solidFill>
                  <a:srgbClr val="8E8F93"/>
                </a:solidFill>
              </a:defRPr>
            </a:lvl1pPr>
          </a:lstStyle>
          <a:p>
            <a:pPr lvl="0"/>
            <a:r>
              <a:rPr lang="en-US" dirty="0"/>
              <a:t>Optional description / context goes here</a:t>
            </a:r>
          </a:p>
        </p:txBody>
      </p:sp>
      <p:sp>
        <p:nvSpPr>
          <p:cNvPr id="11" name="Text Placeholder 11"/>
          <p:cNvSpPr>
            <a:spLocks noGrp="1"/>
          </p:cNvSpPr>
          <p:nvPr>
            <p:ph type="body" sz="quarter" idx="13" hasCustomPrompt="1"/>
          </p:nvPr>
        </p:nvSpPr>
        <p:spPr>
          <a:xfrm>
            <a:off x="4791076" y="4413143"/>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5" name="Text Placeholder 11"/>
          <p:cNvSpPr>
            <a:spLocks noGrp="1"/>
          </p:cNvSpPr>
          <p:nvPr>
            <p:ph type="body" sz="quarter" idx="16" hasCustomPrompt="1"/>
          </p:nvPr>
        </p:nvSpPr>
        <p:spPr>
          <a:xfrm>
            <a:off x="253293" y="4413143"/>
            <a:ext cx="409487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5" name="Content Placeholder 4"/>
          <p:cNvSpPr>
            <a:spLocks noGrp="1"/>
          </p:cNvSpPr>
          <p:nvPr>
            <p:ph sz="quarter" idx="24"/>
          </p:nvPr>
        </p:nvSpPr>
        <p:spPr>
          <a:xfrm>
            <a:off x="246633" y="1198258"/>
            <a:ext cx="8644953" cy="138619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Content Placeholder 11"/>
          <p:cNvSpPr>
            <a:spLocks noGrp="1"/>
          </p:cNvSpPr>
          <p:nvPr>
            <p:ph sz="quarter" idx="25"/>
          </p:nvPr>
        </p:nvSpPr>
        <p:spPr>
          <a:xfrm>
            <a:off x="248530" y="2907433"/>
            <a:ext cx="4094871" cy="147248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Content Placeholder 13"/>
          <p:cNvSpPr>
            <a:spLocks noGrp="1"/>
          </p:cNvSpPr>
          <p:nvPr>
            <p:ph sz="quarter" idx="26"/>
          </p:nvPr>
        </p:nvSpPr>
        <p:spPr>
          <a:xfrm>
            <a:off x="4791076" y="2907433"/>
            <a:ext cx="4100514" cy="147248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6"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7" name="Text Placeholder 11"/>
          <p:cNvSpPr>
            <a:spLocks noGrp="1"/>
          </p:cNvSpPr>
          <p:nvPr>
            <p:ph type="body" sz="quarter" idx="32"/>
          </p:nvPr>
        </p:nvSpPr>
        <p:spPr>
          <a:xfrm>
            <a:off x="252413" y="230187"/>
            <a:ext cx="8647112" cy="369332"/>
          </a:xfrm>
        </p:spPr>
        <p:txBody>
          <a:bodyPr>
            <a:noAutofit/>
          </a:bodyPr>
          <a:lstStyle>
            <a:lvl1pPr>
              <a:buFontTx/>
              <a:buNone/>
              <a:defRPr sz="2400" b="1">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8"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105443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9" name="Text Placeholder 11"/>
          <p:cNvSpPr>
            <a:spLocks noGrp="1"/>
          </p:cNvSpPr>
          <p:nvPr>
            <p:ph type="body" sz="quarter" idx="13" hasCustomPrompt="1"/>
          </p:nvPr>
        </p:nvSpPr>
        <p:spPr>
          <a:xfrm>
            <a:off x="252414" y="4066302"/>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6" name="Text Placeholder 11"/>
          <p:cNvSpPr>
            <a:spLocks noGrp="1"/>
          </p:cNvSpPr>
          <p:nvPr>
            <p:ph type="body" sz="quarter" idx="21" hasCustomPrompt="1"/>
          </p:nvPr>
        </p:nvSpPr>
        <p:spPr>
          <a:xfrm>
            <a:off x="6192839" y="4066302"/>
            <a:ext cx="2744787"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9" name="Text Placeholder 11"/>
          <p:cNvSpPr>
            <a:spLocks noGrp="1"/>
          </p:cNvSpPr>
          <p:nvPr>
            <p:ph type="body" sz="quarter" idx="24" hasCustomPrompt="1"/>
          </p:nvPr>
        </p:nvSpPr>
        <p:spPr>
          <a:xfrm>
            <a:off x="3232555" y="4066302"/>
            <a:ext cx="271787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32"/>
          </p:nvPr>
        </p:nvSpPr>
        <p:spPr>
          <a:xfrm>
            <a:off x="252415" y="1192753"/>
            <a:ext cx="2698748" cy="2666729"/>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33"/>
          </p:nvPr>
        </p:nvSpPr>
        <p:spPr>
          <a:xfrm>
            <a:off x="3232555" y="1192753"/>
            <a:ext cx="2717870"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34"/>
          </p:nvPr>
        </p:nvSpPr>
        <p:spPr>
          <a:xfrm>
            <a:off x="6192839" y="1192753"/>
            <a:ext cx="2744787"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5"/>
          </p:nvPr>
        </p:nvSpPr>
        <p:spPr>
          <a:xfrm>
            <a:off x="252413" y="230187"/>
            <a:ext cx="8685212" cy="369332"/>
          </a:xfrm>
        </p:spPr>
        <p:txBody>
          <a:bodyPr>
            <a:noAutofit/>
          </a:bodyPr>
          <a:lstStyle>
            <a:lvl1pPr>
              <a:buFontTx/>
              <a:buNone/>
              <a:defRPr sz="2400" b="1">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6"/>
          </p:nvPr>
        </p:nvSpPr>
        <p:spPr>
          <a:xfrm>
            <a:off x="252413" y="683366"/>
            <a:ext cx="86852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34112504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column comparison">
    <p:spTree>
      <p:nvGrpSpPr>
        <p:cNvPr id="1" name=""/>
        <p:cNvGrpSpPr/>
        <p:nvPr/>
      </p:nvGrpSpPr>
      <p:grpSpPr>
        <a:xfrm>
          <a:off x="0" y="0"/>
          <a:ext cx="0" cy="0"/>
          <a:chOff x="0" y="0"/>
          <a:chExt cx="0" cy="0"/>
        </a:xfrm>
      </p:grpSpPr>
      <p:sp>
        <p:nvSpPr>
          <p:cNvPr id="9" name="Text Placeholder 11"/>
          <p:cNvSpPr>
            <a:spLocks noGrp="1"/>
          </p:cNvSpPr>
          <p:nvPr>
            <p:ph type="body" sz="quarter" idx="13" hasCustomPrompt="1"/>
          </p:nvPr>
        </p:nvSpPr>
        <p:spPr>
          <a:xfrm>
            <a:off x="252414" y="4066302"/>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6" name="Text Placeholder 11"/>
          <p:cNvSpPr>
            <a:spLocks noGrp="1"/>
          </p:cNvSpPr>
          <p:nvPr>
            <p:ph type="body" sz="quarter" idx="21" hasCustomPrompt="1"/>
          </p:nvPr>
        </p:nvSpPr>
        <p:spPr>
          <a:xfrm>
            <a:off x="6192839" y="4066302"/>
            <a:ext cx="2744787"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9" name="Text Placeholder 11"/>
          <p:cNvSpPr>
            <a:spLocks noGrp="1"/>
          </p:cNvSpPr>
          <p:nvPr>
            <p:ph type="body" sz="quarter" idx="24" hasCustomPrompt="1"/>
          </p:nvPr>
        </p:nvSpPr>
        <p:spPr>
          <a:xfrm>
            <a:off x="3232555" y="4066302"/>
            <a:ext cx="271787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32"/>
          </p:nvPr>
        </p:nvSpPr>
        <p:spPr>
          <a:xfrm>
            <a:off x="252415" y="1192753"/>
            <a:ext cx="2698748" cy="2666729"/>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33"/>
          </p:nvPr>
        </p:nvSpPr>
        <p:spPr>
          <a:xfrm>
            <a:off x="3232555" y="1192753"/>
            <a:ext cx="2717870"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34"/>
          </p:nvPr>
        </p:nvSpPr>
        <p:spPr>
          <a:xfrm>
            <a:off x="6192839" y="1192753"/>
            <a:ext cx="2744787"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5"/>
          </p:nvPr>
        </p:nvSpPr>
        <p:spPr>
          <a:xfrm>
            <a:off x="252413" y="230187"/>
            <a:ext cx="8685212" cy="369332"/>
          </a:xfrm>
        </p:spPr>
        <p:txBody>
          <a:bodyPr>
            <a:noAutofit/>
          </a:bodyPr>
          <a:lstStyle>
            <a:lvl1pPr>
              <a:buFontTx/>
              <a:buNone/>
              <a:defRPr sz="2400" b="1">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6"/>
          </p:nvPr>
        </p:nvSpPr>
        <p:spPr>
          <a:xfrm>
            <a:off x="252413" y="683366"/>
            <a:ext cx="86852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cxnSp>
        <p:nvCxnSpPr>
          <p:cNvPr id="16" name="Straight Connector 15"/>
          <p:cNvCxnSpPr/>
          <p:nvPr userDrawn="1"/>
        </p:nvCxnSpPr>
        <p:spPr>
          <a:xfrm>
            <a:off x="3085663"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6076301"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112504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column stacked">
    <p:spTree>
      <p:nvGrpSpPr>
        <p:cNvPr id="1" name=""/>
        <p:cNvGrpSpPr/>
        <p:nvPr/>
      </p:nvGrpSpPr>
      <p:grpSpPr>
        <a:xfrm>
          <a:off x="0" y="0"/>
          <a:ext cx="0" cy="0"/>
          <a:chOff x="0" y="0"/>
          <a:chExt cx="0" cy="0"/>
        </a:xfrm>
      </p:grpSpPr>
      <p:sp>
        <p:nvSpPr>
          <p:cNvPr id="5" name="Content Placeholder 4"/>
          <p:cNvSpPr>
            <a:spLocks noGrp="1"/>
          </p:cNvSpPr>
          <p:nvPr>
            <p:ph sz="quarter" idx="32"/>
          </p:nvPr>
        </p:nvSpPr>
        <p:spPr>
          <a:xfrm>
            <a:off x="252413" y="1203327"/>
            <a:ext cx="8639175" cy="1381124"/>
          </a:xfrm>
        </p:spPr>
        <p:txBody>
          <a:bodyPr wrap="square">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Content Placeholder 11"/>
          <p:cNvSpPr>
            <a:spLocks noGrp="1"/>
          </p:cNvSpPr>
          <p:nvPr>
            <p:ph sz="quarter" idx="33"/>
          </p:nvPr>
        </p:nvSpPr>
        <p:spPr>
          <a:xfrm>
            <a:off x="252413" y="2872039"/>
            <a:ext cx="2683481"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Content Placeholder 14"/>
          <p:cNvSpPr>
            <a:spLocks noGrp="1"/>
          </p:cNvSpPr>
          <p:nvPr>
            <p:ph sz="quarter" idx="34"/>
          </p:nvPr>
        </p:nvSpPr>
        <p:spPr>
          <a:xfrm>
            <a:off x="3232554" y="2872039"/>
            <a:ext cx="2678893"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Content Placeholder 18"/>
          <p:cNvSpPr>
            <a:spLocks noGrp="1"/>
          </p:cNvSpPr>
          <p:nvPr>
            <p:ph sz="quarter" idx="35"/>
          </p:nvPr>
        </p:nvSpPr>
        <p:spPr>
          <a:xfrm>
            <a:off x="6192838" y="2872039"/>
            <a:ext cx="2678893"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11"/>
          <p:cNvSpPr>
            <a:spLocks noGrp="1"/>
          </p:cNvSpPr>
          <p:nvPr>
            <p:ph type="body" sz="quarter" idx="18" hasCustomPrompt="1"/>
          </p:nvPr>
        </p:nvSpPr>
        <p:spPr>
          <a:xfrm>
            <a:off x="258056" y="2630753"/>
            <a:ext cx="863353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4" name="Text Placeholder 11"/>
          <p:cNvSpPr>
            <a:spLocks noGrp="1"/>
          </p:cNvSpPr>
          <p:nvPr>
            <p:ph type="body" sz="quarter" idx="13" hasCustomPrompt="1"/>
          </p:nvPr>
        </p:nvSpPr>
        <p:spPr>
          <a:xfrm>
            <a:off x="252414" y="4376263"/>
            <a:ext cx="268348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6" name="Text Placeholder 11"/>
          <p:cNvSpPr>
            <a:spLocks noGrp="1"/>
          </p:cNvSpPr>
          <p:nvPr>
            <p:ph type="body" sz="quarter" idx="21" hasCustomPrompt="1"/>
          </p:nvPr>
        </p:nvSpPr>
        <p:spPr>
          <a:xfrm>
            <a:off x="6192838" y="4376263"/>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8" name="Text Placeholder 11"/>
          <p:cNvSpPr>
            <a:spLocks noGrp="1"/>
          </p:cNvSpPr>
          <p:nvPr>
            <p:ph type="body" sz="quarter" idx="24" hasCustomPrompt="1"/>
          </p:nvPr>
        </p:nvSpPr>
        <p:spPr>
          <a:xfrm>
            <a:off x="3232554" y="4376263"/>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21" name="Text Placeholder 11"/>
          <p:cNvSpPr>
            <a:spLocks noGrp="1"/>
          </p:cNvSpPr>
          <p:nvPr>
            <p:ph type="body" sz="quarter" idx="36"/>
          </p:nvPr>
        </p:nvSpPr>
        <p:spPr>
          <a:xfrm>
            <a:off x="252413" y="230187"/>
            <a:ext cx="8647112" cy="369332"/>
          </a:xfrm>
        </p:spPr>
        <p:txBody>
          <a:bodyPr>
            <a:noAutofit/>
          </a:bodyPr>
          <a:lstStyle>
            <a:lvl1pPr>
              <a:buFontTx/>
              <a:buNone/>
              <a:defRPr sz="2400" b="1">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22" name="Text Placeholder 13"/>
          <p:cNvSpPr>
            <a:spLocks noGrp="1"/>
          </p:cNvSpPr>
          <p:nvPr>
            <p:ph type="body" sz="quarter" idx="37"/>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6906178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orizontal Split">
    <p:spTree>
      <p:nvGrpSpPr>
        <p:cNvPr id="1" name=""/>
        <p:cNvGrpSpPr/>
        <p:nvPr/>
      </p:nvGrpSpPr>
      <p:grpSpPr>
        <a:xfrm>
          <a:off x="0" y="0"/>
          <a:ext cx="0" cy="0"/>
          <a:chOff x="0" y="0"/>
          <a:chExt cx="0" cy="0"/>
        </a:xfrm>
      </p:grpSpPr>
      <p:sp>
        <p:nvSpPr>
          <p:cNvPr id="21" name="Rectangle 20"/>
          <p:cNvSpPr/>
          <p:nvPr userDrawn="1"/>
        </p:nvSpPr>
        <p:spPr>
          <a:xfrm>
            <a:off x="0" y="1"/>
            <a:ext cx="9144000" cy="127614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91437" tIns="45718" rIns="91437" bIns="45718" rtlCol="0" anchor="ctr"/>
          <a:lstStyle/>
          <a:p>
            <a:pPr algn="ctr"/>
            <a:endParaRPr lang="en-US"/>
          </a:p>
        </p:txBody>
      </p:sp>
      <p:sp>
        <p:nvSpPr>
          <p:cNvPr id="5" name="Content Placeholder 4"/>
          <p:cNvSpPr>
            <a:spLocks noGrp="1"/>
          </p:cNvSpPr>
          <p:nvPr>
            <p:ph sz="quarter" idx="32"/>
          </p:nvPr>
        </p:nvSpPr>
        <p:spPr>
          <a:xfrm>
            <a:off x="252413" y="1735871"/>
            <a:ext cx="8639175" cy="2644043"/>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22" name="Rectangle 21"/>
          <p:cNvSpPr/>
          <p:nvPr userDrawn="1"/>
        </p:nvSpPr>
        <p:spPr>
          <a:xfrm>
            <a:off x="0" y="1105320"/>
            <a:ext cx="9144000" cy="371789"/>
          </a:xfrm>
          <a:prstGeom prst="rect">
            <a:avLst/>
          </a:prstGeom>
          <a:solidFill>
            <a:schemeClr val="bg2">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lIns="91437" tIns="45718" rIns="91437" bIns="45718" rtlCol="0" anchor="ctr"/>
          <a:lstStyle/>
          <a:p>
            <a:pPr algn="ctr"/>
            <a:endParaRPr lang="en-US"/>
          </a:p>
        </p:txBody>
      </p:sp>
      <p:sp>
        <p:nvSpPr>
          <p:cNvPr id="15" name="Text Placeholder 11"/>
          <p:cNvSpPr>
            <a:spLocks noGrp="1"/>
          </p:cNvSpPr>
          <p:nvPr>
            <p:ph type="body" sz="quarter" idx="33"/>
          </p:nvPr>
        </p:nvSpPr>
        <p:spPr>
          <a:xfrm>
            <a:off x="252413" y="230187"/>
            <a:ext cx="8647112" cy="369332"/>
          </a:xfrm>
        </p:spPr>
        <p:txBody>
          <a:bodyPr>
            <a:noAutofit/>
          </a:bodyPr>
          <a:lstStyle>
            <a:lvl1pPr>
              <a:buFontTx/>
              <a:buNone/>
              <a:defRPr sz="2400" b="1">
                <a:solidFill>
                  <a:schemeClr val="bg1"/>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6" name="Text Placeholder 13"/>
          <p:cNvSpPr>
            <a:spLocks noGrp="1"/>
          </p:cNvSpPr>
          <p:nvPr>
            <p:ph type="body" sz="quarter" idx="34"/>
          </p:nvPr>
        </p:nvSpPr>
        <p:spPr>
          <a:xfrm>
            <a:off x="252413" y="683366"/>
            <a:ext cx="8647112" cy="253916"/>
          </a:xfrm>
        </p:spPr>
        <p:txBody>
          <a:bodyPr>
            <a:noAutofit/>
          </a:bodyPr>
          <a:lstStyle>
            <a:lvl1pPr marL="358762" indent="-342888">
              <a:buFontTx/>
              <a:buNone/>
              <a:defRPr sz="1600">
                <a:solidFill>
                  <a:schemeClr val="bg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6906178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slide ">
    <p:spTree>
      <p:nvGrpSpPr>
        <p:cNvPr id="1" name=""/>
        <p:cNvGrpSpPr/>
        <p:nvPr/>
      </p:nvGrpSpPr>
      <p:grpSpPr>
        <a:xfrm>
          <a:off x="0" y="0"/>
          <a:ext cx="0" cy="0"/>
          <a:chOff x="0" y="0"/>
          <a:chExt cx="0" cy="0"/>
        </a:xfrm>
      </p:grpSpPr>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Tree>
    <p:extLst>
      <p:ext uri="{BB962C8B-B14F-4D97-AF65-F5344CB8AC3E}">
        <p14:creationId xmlns:p14="http://schemas.microsoft.com/office/powerpoint/2010/main" val="690617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SIPCMContentMarking" descr="{&quot;HashCode&quot;:401048902,&quot;Placement&quot;:&quot;Footer&quot;,&quot;Top&quot;:390.346863,&quot;Left&quot;:342.094818,&quot;SlideWidth&quot;:720,&quot;SlideHeight&quot;:405}">
            <a:extLst>
              <a:ext uri="{FF2B5EF4-FFF2-40B4-BE49-F238E27FC236}">
                <a16:creationId xmlns:a16="http://schemas.microsoft.com/office/drawing/2014/main" id="{344C07BB-4D5A-B54F-54A2-56038348D5E2}"/>
              </a:ext>
            </a:extLst>
          </p:cNvPr>
          <p:cNvSpPr txBox="1"/>
          <p:nvPr userDrawn="1"/>
        </p:nvSpPr>
        <p:spPr>
          <a:xfrm>
            <a:off x="4344604" y="4957405"/>
            <a:ext cx="454791" cy="186095"/>
          </a:xfrm>
          <a:prstGeom prst="rect">
            <a:avLst/>
          </a:prstGeom>
          <a:noFill/>
        </p:spPr>
        <p:txBody>
          <a:bodyPr vert="horz" wrap="square" lIns="0" tIns="0" rIns="0" bIns="0" rtlCol="0" anchor="ctr" anchorCtr="1">
            <a:spAutoFit/>
          </a:bodyPr>
          <a:lstStyle/>
          <a:p>
            <a:pPr algn="ctr">
              <a:spcBef>
                <a:spcPts val="0"/>
              </a:spcBef>
              <a:spcAft>
                <a:spcPts val="0"/>
              </a:spcAft>
            </a:pPr>
            <a:r>
              <a:rPr lang="en-US" sz="600">
                <a:solidFill>
                  <a:srgbClr val="626469"/>
                </a:solidFill>
                <a:latin typeface="Arial" panose="020B0604020202020204" pitchFamily="34" charset="0"/>
              </a:rPr>
              <a:t>Internal</a:t>
            </a:r>
          </a:p>
        </p:txBody>
      </p:sp>
    </p:spTree>
    <p:extLst>
      <p:ext uri="{BB962C8B-B14F-4D97-AF65-F5344CB8AC3E}">
        <p14:creationId xmlns:p14="http://schemas.microsoft.com/office/powerpoint/2010/main" val="3154865921"/>
      </p:ext>
    </p:extLst>
  </p:cSld>
  <p:clrMap bg1="lt1" tx1="dk1" bg2="lt2" tx2="dk2" accent1="accent1" accent2="accent2" accent3="accent3" accent4="accent4" accent5="accent5" accent6="accent6" hlink="hlink" folHlink="folHlink"/>
  <p:sldLayoutIdLst>
    <p:sldLayoutId id="2147483667" r:id="rId1"/>
    <p:sldLayoutId id="2147483714" r:id="rId2"/>
    <p:sldLayoutId id="2147483715" r:id="rId3"/>
    <p:sldLayoutId id="2147483716" r:id="rId4"/>
    <p:sldLayoutId id="2147483717" r:id="rId5"/>
    <p:sldLayoutId id="2147483726"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hf hdr="0" dt="0"/>
  <p:txStyles>
    <p:titleStyle>
      <a:lvl1pPr algn="ctr" defTabSz="457184" rtl="0" eaLnBrk="1" latinLnBrk="0" hangingPunct="1">
        <a:spcBef>
          <a:spcPct val="0"/>
        </a:spcBef>
        <a:buNone/>
        <a:defRPr sz="4400" kern="1200">
          <a:solidFill>
            <a:schemeClr val="tx1"/>
          </a:solidFill>
          <a:latin typeface="+mj-lt"/>
          <a:ea typeface="+mj-ea"/>
          <a:cs typeface="+mj-cs"/>
        </a:defRPr>
      </a:lvl1pPr>
    </p:titleStyle>
    <p:bodyStyle>
      <a:lvl1pPr marL="342888" indent="-342888" algn="l" defTabSz="457184" rtl="0" eaLnBrk="1" latinLnBrk="0" hangingPunct="1">
        <a:spcBef>
          <a:spcPct val="20000"/>
        </a:spcBef>
        <a:buFont typeface="Arial"/>
        <a:buChar char="•"/>
        <a:defRPr sz="3200" kern="1200">
          <a:solidFill>
            <a:schemeClr val="tx1"/>
          </a:solidFill>
          <a:latin typeface="+mn-lt"/>
          <a:ea typeface="+mn-ea"/>
          <a:cs typeface="+mn-cs"/>
        </a:defRPr>
      </a:lvl1pPr>
      <a:lvl2pPr marL="742924" indent="-285740" algn="l" defTabSz="457184" rtl="0" eaLnBrk="1" latinLnBrk="0" hangingPunct="1">
        <a:spcBef>
          <a:spcPct val="20000"/>
        </a:spcBef>
        <a:buFont typeface="Arial"/>
        <a:buChar char="–"/>
        <a:defRPr sz="2800" kern="1200">
          <a:solidFill>
            <a:schemeClr val="tx1"/>
          </a:solidFill>
          <a:latin typeface="+mn-lt"/>
          <a:ea typeface="+mn-ea"/>
          <a:cs typeface="+mn-cs"/>
        </a:defRPr>
      </a:lvl2pPr>
      <a:lvl3pPr marL="1142960" indent="-228592" algn="l" defTabSz="457184" rtl="0" eaLnBrk="1" latinLnBrk="0" hangingPunct="1">
        <a:spcBef>
          <a:spcPct val="20000"/>
        </a:spcBef>
        <a:buFont typeface="Arial"/>
        <a:buChar char="•"/>
        <a:defRPr sz="2400" kern="1200">
          <a:solidFill>
            <a:schemeClr val="tx1"/>
          </a:solidFill>
          <a:latin typeface="+mn-lt"/>
          <a:ea typeface="+mn-ea"/>
          <a:cs typeface="+mn-cs"/>
        </a:defRPr>
      </a:lvl3pPr>
      <a:lvl4pPr marL="1600144" indent="-228592" algn="l" defTabSz="457184" rtl="0" eaLnBrk="1" latinLnBrk="0" hangingPunct="1">
        <a:spcBef>
          <a:spcPct val="20000"/>
        </a:spcBef>
        <a:buFont typeface="Arial"/>
        <a:buChar char="–"/>
        <a:defRPr sz="2000" kern="1200">
          <a:solidFill>
            <a:schemeClr val="tx1"/>
          </a:solidFill>
          <a:latin typeface="+mn-lt"/>
          <a:ea typeface="+mn-ea"/>
          <a:cs typeface="+mn-cs"/>
        </a:defRPr>
      </a:lvl4pPr>
      <a:lvl5pPr marL="2057328" indent="-228592" algn="l" defTabSz="457184" rtl="0" eaLnBrk="1" latinLnBrk="0" hangingPunct="1">
        <a:spcBef>
          <a:spcPct val="20000"/>
        </a:spcBef>
        <a:buFont typeface="Arial"/>
        <a:buChar char="»"/>
        <a:defRPr sz="2000" kern="1200">
          <a:solidFill>
            <a:schemeClr val="tx1"/>
          </a:solidFill>
          <a:latin typeface="+mn-lt"/>
          <a:ea typeface="+mn-ea"/>
          <a:cs typeface="+mn-cs"/>
        </a:defRPr>
      </a:lvl5pPr>
      <a:lvl6pPr marL="2514511" indent="-228592" algn="l" defTabSz="457184" rtl="0" eaLnBrk="1" latinLnBrk="0" hangingPunct="1">
        <a:spcBef>
          <a:spcPct val="20000"/>
        </a:spcBef>
        <a:buFont typeface="Arial"/>
        <a:buChar char="•"/>
        <a:defRPr sz="2000" kern="1200">
          <a:solidFill>
            <a:schemeClr val="tx1"/>
          </a:solidFill>
          <a:latin typeface="+mn-lt"/>
          <a:ea typeface="+mn-ea"/>
          <a:cs typeface="+mn-cs"/>
        </a:defRPr>
      </a:lvl6pPr>
      <a:lvl7pPr marL="2971695" indent="-228592" algn="l" defTabSz="457184" rtl="0" eaLnBrk="1" latinLnBrk="0" hangingPunct="1">
        <a:spcBef>
          <a:spcPct val="20000"/>
        </a:spcBef>
        <a:buFont typeface="Arial"/>
        <a:buChar char="•"/>
        <a:defRPr sz="2000" kern="1200">
          <a:solidFill>
            <a:schemeClr val="tx1"/>
          </a:solidFill>
          <a:latin typeface="+mn-lt"/>
          <a:ea typeface="+mn-ea"/>
          <a:cs typeface="+mn-cs"/>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8057" y="230188"/>
            <a:ext cx="8633531" cy="369332"/>
          </a:xfrm>
          <a:prstGeom prst="rect">
            <a:avLst/>
          </a:prstGeom>
        </p:spPr>
        <p:txBody>
          <a:bodyPr vert="horz" lIns="0" tIns="0" rIns="0" bIns="0" rtlCol="0" anchor="t">
            <a:noAutofit/>
          </a:bodyPr>
          <a:lstStyle/>
          <a:p>
            <a:r>
              <a:rPr lang="en-US" dirty="0"/>
              <a:t>Click To Edit Title</a:t>
            </a:r>
          </a:p>
        </p:txBody>
      </p:sp>
      <p:sp>
        <p:nvSpPr>
          <p:cNvPr id="11" name="Text Placeholder 2"/>
          <p:cNvSpPr>
            <a:spLocks noGrp="1"/>
          </p:cNvSpPr>
          <p:nvPr>
            <p:ph type="body" idx="1"/>
          </p:nvPr>
        </p:nvSpPr>
        <p:spPr>
          <a:xfrm>
            <a:off x="252414" y="1203326"/>
            <a:ext cx="8639175" cy="317658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3"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p:nvPicPr>
        <p:blipFill>
          <a:blip r:embed="rId14" cstate="print"/>
          <a:stretch>
            <a:fillRect/>
          </a:stretch>
        </p:blipFill>
        <p:spPr>
          <a:xfrm>
            <a:off x="7067034" y="4494997"/>
            <a:ext cx="2041798" cy="562953"/>
          </a:xfrm>
          <a:prstGeom prst="rect">
            <a:avLst/>
          </a:prstGeom>
        </p:spPr>
      </p:pic>
      <p:sp>
        <p:nvSpPr>
          <p:cNvPr id="3" name="MSIPCMContentMarking" descr="{&quot;HashCode&quot;:401048902,&quot;Placement&quot;:&quot;Footer&quot;,&quot;Top&quot;:390.346863,&quot;Left&quot;:342.094818,&quot;SlideWidth&quot;:720,&quot;SlideHeight&quot;:405}">
            <a:extLst>
              <a:ext uri="{FF2B5EF4-FFF2-40B4-BE49-F238E27FC236}">
                <a16:creationId xmlns:a16="http://schemas.microsoft.com/office/drawing/2014/main" id="{710EED93-674B-F76D-51E5-F430D8131E47}"/>
              </a:ext>
            </a:extLst>
          </p:cNvPr>
          <p:cNvSpPr txBox="1"/>
          <p:nvPr userDrawn="1"/>
        </p:nvSpPr>
        <p:spPr>
          <a:xfrm>
            <a:off x="4344604" y="4957405"/>
            <a:ext cx="454791" cy="186095"/>
          </a:xfrm>
          <a:prstGeom prst="rect">
            <a:avLst/>
          </a:prstGeom>
          <a:noFill/>
        </p:spPr>
        <p:txBody>
          <a:bodyPr vert="horz" wrap="square" lIns="0" tIns="0" rIns="0" bIns="0" rtlCol="0" anchor="ctr" anchorCtr="1">
            <a:spAutoFit/>
          </a:bodyPr>
          <a:lstStyle/>
          <a:p>
            <a:pPr algn="ctr">
              <a:spcBef>
                <a:spcPts val="0"/>
              </a:spcBef>
              <a:spcAft>
                <a:spcPts val="0"/>
              </a:spcAft>
            </a:pPr>
            <a:r>
              <a:rPr lang="en-US" sz="600">
                <a:solidFill>
                  <a:srgbClr val="626469"/>
                </a:solidFill>
                <a:latin typeface="Arial" panose="020B0604020202020204" pitchFamily="34" charset="0"/>
              </a:rPr>
              <a:t>Internal</a:t>
            </a:r>
          </a:p>
        </p:txBody>
      </p:sp>
    </p:spTree>
    <p:extLst>
      <p:ext uri="{BB962C8B-B14F-4D97-AF65-F5344CB8AC3E}">
        <p14:creationId xmlns:p14="http://schemas.microsoft.com/office/powerpoint/2010/main" val="3699579025"/>
      </p:ext>
    </p:extLst>
  </p:cSld>
  <p:clrMap bg1="lt1" tx1="dk1" bg2="lt2" tx2="dk2" accent1="accent1" accent2="accent2" accent3="accent3" accent4="accent4" accent5="accent5" accent6="accent6" hlink="hlink" folHlink="folHlink"/>
  <p:sldLayoutIdLst>
    <p:sldLayoutId id="2147483650" r:id="rId1"/>
    <p:sldLayoutId id="2147483658" r:id="rId2"/>
    <p:sldLayoutId id="2147483651" r:id="rId3"/>
    <p:sldLayoutId id="2147483676" r:id="rId4"/>
    <p:sldLayoutId id="2147483653" r:id="rId5"/>
    <p:sldLayoutId id="2147483661" r:id="rId6"/>
    <p:sldLayoutId id="2147483677" r:id="rId7"/>
    <p:sldLayoutId id="2147483660" r:id="rId8"/>
    <p:sldLayoutId id="2147483713" r:id="rId9"/>
    <p:sldLayoutId id="2147483678" r:id="rId10"/>
    <p:sldLayoutId id="2147483709" r:id="rId11"/>
    <p:sldLayoutId id="2147483710" r:id="rId12"/>
  </p:sldLayoutIdLst>
  <p:hf hdr="0" dt="0"/>
  <p:txStyles>
    <p:titleStyle>
      <a:lvl1pPr algn="l" defTabSz="457184" rtl="0" eaLnBrk="1" latinLnBrk="0" hangingPunct="1">
        <a:spcBef>
          <a:spcPct val="0"/>
        </a:spcBef>
        <a:buNone/>
        <a:defRPr sz="2400" kern="1200">
          <a:solidFill>
            <a:srgbClr val="36C746"/>
          </a:solidFill>
          <a:latin typeface="Arial"/>
          <a:ea typeface="+mj-ea"/>
          <a:cs typeface="Arial"/>
        </a:defRPr>
      </a:lvl1pPr>
    </p:titleStyle>
    <p:bodyStyle>
      <a:lvl1pPr marL="173032" indent="-157158" algn="l" defTabSz="457184" rtl="0" eaLnBrk="1" latinLnBrk="0" hangingPunct="1">
        <a:spcBef>
          <a:spcPts val="500"/>
        </a:spcBef>
        <a:spcAft>
          <a:spcPts val="500"/>
        </a:spcAft>
        <a:buClr>
          <a:schemeClr val="bg2"/>
        </a:buClr>
        <a:buFont typeface="Arial" panose="020B0604020202020204" pitchFamily="34" charset="0"/>
        <a:buNone/>
        <a:defRPr sz="1500" kern="1200">
          <a:solidFill>
            <a:schemeClr val="accent1"/>
          </a:solidFill>
          <a:latin typeface="Arial"/>
          <a:ea typeface="+mn-ea"/>
          <a:cs typeface="Arial"/>
        </a:defRPr>
      </a:lvl1pPr>
      <a:lvl2pPr marL="361938" indent="-182557" algn="l" defTabSz="447659" rtl="0" eaLnBrk="1" latinLnBrk="0" hangingPunct="1">
        <a:spcBef>
          <a:spcPts val="500"/>
        </a:spcBef>
        <a:spcAft>
          <a:spcPts val="500"/>
        </a:spcAft>
        <a:buClr>
          <a:srgbClr val="36C746"/>
        </a:buClr>
        <a:buFont typeface="Arial" pitchFamily="34" charset="0"/>
        <a:buChar char="•"/>
        <a:defRPr sz="1400" kern="1200">
          <a:solidFill>
            <a:schemeClr val="accent1"/>
          </a:solidFill>
          <a:latin typeface="Arial"/>
          <a:ea typeface="+mn-ea"/>
          <a:cs typeface="Arial"/>
        </a:defRPr>
      </a:lvl2pPr>
      <a:lvl3pPr marL="538144" indent="-179382" algn="l" defTabSz="457184" rtl="0" eaLnBrk="1" latinLnBrk="0" hangingPunct="1">
        <a:spcBef>
          <a:spcPts val="500"/>
        </a:spcBef>
        <a:spcAft>
          <a:spcPts val="500"/>
        </a:spcAft>
        <a:buClr>
          <a:srgbClr val="36C746"/>
        </a:buClr>
        <a:buFont typeface="Arial" pitchFamily="34" charset="0"/>
        <a:buChar char="‒"/>
        <a:defRPr sz="1300" kern="1200">
          <a:solidFill>
            <a:schemeClr val="accent1"/>
          </a:solidFill>
          <a:latin typeface="Arial"/>
          <a:ea typeface="+mn-ea"/>
          <a:cs typeface="Arial"/>
        </a:defRPr>
      </a:lvl3pPr>
      <a:lvl4pPr marL="719113" indent="-179382" algn="l" defTabSz="457184" rtl="0" eaLnBrk="1" latinLnBrk="0" hangingPunct="1">
        <a:spcBef>
          <a:spcPts val="500"/>
        </a:spcBef>
        <a:spcAft>
          <a:spcPts val="500"/>
        </a:spcAft>
        <a:buClr>
          <a:srgbClr val="36C746"/>
        </a:buClr>
        <a:buFont typeface="Arial" panose="020B0604020202020204" pitchFamily="34" charset="0"/>
        <a:buChar char="–"/>
        <a:defRPr sz="1200" kern="1200">
          <a:solidFill>
            <a:schemeClr val="accent1"/>
          </a:solidFill>
          <a:latin typeface="Arial"/>
          <a:ea typeface="+mn-ea"/>
          <a:cs typeface="Arial"/>
        </a:defRPr>
      </a:lvl4pPr>
      <a:lvl5pPr marL="896906" indent="-185731" algn="l" defTabSz="457184" rtl="0" eaLnBrk="1" latinLnBrk="0" hangingPunct="1">
        <a:spcBef>
          <a:spcPts val="500"/>
        </a:spcBef>
        <a:spcAft>
          <a:spcPts val="500"/>
        </a:spcAft>
        <a:buClr>
          <a:srgbClr val="36C746"/>
        </a:buClr>
        <a:buFont typeface="Arial" panose="020B0604020202020204" pitchFamily="34" charset="0"/>
        <a:buChar char="–"/>
        <a:defRPr sz="1000" kern="1200">
          <a:solidFill>
            <a:schemeClr val="accent1"/>
          </a:solidFill>
          <a:latin typeface="Arial"/>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icture Placeholder 13"/>
          <p:cNvSpPr>
            <a:spLocks noGrp="1"/>
          </p:cNvSpPr>
          <p:nvPr>
            <p:ph type="pic" sz="quarter" idx="14"/>
          </p:nvPr>
        </p:nvSpPr>
        <p:spPr/>
      </p:sp>
      <p:sp>
        <p:nvSpPr>
          <p:cNvPr id="12" name="Title 11"/>
          <p:cNvSpPr>
            <a:spLocks noGrp="1"/>
          </p:cNvSpPr>
          <p:nvPr>
            <p:ph type="ctrTitle"/>
          </p:nvPr>
        </p:nvSpPr>
        <p:spPr/>
        <p:txBody>
          <a:bodyPr/>
          <a:lstStyle/>
          <a:p>
            <a:r>
              <a:rPr lang="en-US" b="1" dirty="0">
                <a:solidFill>
                  <a:schemeClr val="tx1">
                    <a:lumMod val="75000"/>
                    <a:lumOff val="25000"/>
                  </a:schemeClr>
                </a:solidFill>
              </a:rPr>
              <a:t>SmartConnect Module for OEM Smart Line-interactive UPS</a:t>
            </a:r>
          </a:p>
        </p:txBody>
      </p:sp>
      <p:sp>
        <p:nvSpPr>
          <p:cNvPr id="13" name="Subtitle 12"/>
          <p:cNvSpPr>
            <a:spLocks noGrp="1"/>
          </p:cNvSpPr>
          <p:nvPr>
            <p:ph type="subTitle" idx="1"/>
          </p:nvPr>
        </p:nvSpPr>
        <p:spPr/>
        <p:txBody>
          <a:bodyPr/>
          <a:lstStyle/>
          <a:p>
            <a:endParaRPr lang="en-US" dirty="0"/>
          </a:p>
        </p:txBody>
      </p:sp>
      <p:sp>
        <p:nvSpPr>
          <p:cNvPr id="5" name="Footer Placeholder 4"/>
          <p:cNvSpPr>
            <a:spLocks noGrp="1"/>
          </p:cNvSpPr>
          <p:nvPr>
            <p:ph type="ftr" sz="quarter" idx="3"/>
          </p:nvPr>
        </p:nvSpPr>
        <p:spPr/>
        <p:txBody>
          <a:bodyPr/>
          <a:lstStyle/>
          <a:p>
            <a:r>
              <a:rPr lang="en-US"/>
              <a:t>Confidential Property of Schneider Electric  </a:t>
            </a:r>
            <a:endParaRPr lang="en-US" dirty="0"/>
          </a:p>
        </p:txBody>
      </p:sp>
      <p:sp>
        <p:nvSpPr>
          <p:cNvPr id="15" name="Text Placeholder 14"/>
          <p:cNvSpPr>
            <a:spLocks noGrp="1"/>
          </p:cNvSpPr>
          <p:nvPr>
            <p:ph type="body" sz="quarter" idx="15"/>
          </p:nvPr>
        </p:nvSpPr>
        <p:spPr/>
        <p:txBody>
          <a:bodyPr/>
          <a:lstStyle/>
          <a:p>
            <a:r>
              <a:rPr lang="en-US" dirty="0">
                <a:solidFill>
                  <a:schemeClr val="tx1">
                    <a:lumMod val="75000"/>
                    <a:lumOff val="25000"/>
                  </a:schemeClr>
                </a:solidFill>
              </a:rPr>
              <a:t>Max Peng @ Taipei Design Center</a:t>
            </a:r>
          </a:p>
          <a:p>
            <a:r>
              <a:rPr lang="en-US" sz="1000" dirty="0">
                <a:solidFill>
                  <a:schemeClr val="tx1">
                    <a:lumMod val="75000"/>
                    <a:lumOff val="25000"/>
                  </a:schemeClr>
                </a:solidFill>
              </a:rPr>
              <a:t>Last update on Jun 13</a:t>
            </a:r>
            <a:r>
              <a:rPr lang="en-US" sz="1000" baseline="30000" dirty="0">
                <a:solidFill>
                  <a:schemeClr val="tx1">
                    <a:lumMod val="75000"/>
                    <a:lumOff val="25000"/>
                  </a:schemeClr>
                </a:solidFill>
              </a:rPr>
              <a:t>th</a:t>
            </a:r>
            <a:endParaRPr lang="en-US" sz="1000" dirty="0">
              <a:solidFill>
                <a:schemeClr val="tx1">
                  <a:lumMod val="75000"/>
                  <a:lumOff val="2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2</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5" name="Content Placeholder 4"/>
          <p:cNvSpPr>
            <a:spLocks noGrp="1"/>
          </p:cNvSpPr>
          <p:nvPr>
            <p:ph sz="quarter" idx="31"/>
          </p:nvPr>
        </p:nvSpPr>
        <p:spPr/>
        <p:txBody>
          <a:bodyPr/>
          <a:lstStyle/>
          <a:p>
            <a:r>
              <a:rPr lang="en-US" dirty="0"/>
              <a:t>Adding SmartConnect feature to OEM Smart Line-interactive UPS:</a:t>
            </a:r>
          </a:p>
          <a:p>
            <a:pPr marL="547680" lvl="1" indent="-342900">
              <a:buAutoNum type="arabicPeriod"/>
            </a:pPr>
            <a:r>
              <a:rPr lang="en-US" dirty="0"/>
              <a:t>Product Offer Team – a great feature to have for OEM products.</a:t>
            </a:r>
          </a:p>
          <a:p>
            <a:pPr marL="547680" lvl="1" indent="-342900">
              <a:buAutoNum type="arabicPeriod"/>
            </a:pPr>
            <a:r>
              <a:rPr lang="en-US" dirty="0"/>
              <a:t>Building a card (or module) for supporting different OEM families.</a:t>
            </a:r>
          </a:p>
          <a:p>
            <a:pPr marL="358774" indent="-342900">
              <a:buAutoNum type="arabicPeriod"/>
            </a:pPr>
            <a:endParaRPr lang="en-US" dirty="0"/>
          </a:p>
          <a:p>
            <a:pPr marL="358774" indent="-342900">
              <a:buAutoNum type="arabicPeriod"/>
            </a:pPr>
            <a:endParaRPr lang="en-US" dirty="0"/>
          </a:p>
        </p:txBody>
      </p:sp>
      <p:sp>
        <p:nvSpPr>
          <p:cNvPr id="6" name="Text Placeholder 5"/>
          <p:cNvSpPr>
            <a:spLocks noGrp="1"/>
          </p:cNvSpPr>
          <p:nvPr>
            <p:ph type="body" sz="quarter" idx="32"/>
          </p:nvPr>
        </p:nvSpPr>
        <p:spPr/>
        <p:txBody>
          <a:bodyPr/>
          <a:lstStyle/>
          <a:p>
            <a:r>
              <a:rPr lang="en-US" b="1" dirty="0"/>
              <a:t>Background</a:t>
            </a:r>
          </a:p>
        </p:txBody>
      </p:sp>
      <p:sp>
        <p:nvSpPr>
          <p:cNvPr id="7" name="Text Placeholder 6"/>
          <p:cNvSpPr>
            <a:spLocks noGrp="1"/>
          </p:cNvSpPr>
          <p:nvPr>
            <p:ph type="body" sz="quarter" idx="33"/>
          </p:nvPr>
        </p:nvSpPr>
        <p:spPr/>
        <p:txBody>
          <a:bodyPr/>
          <a:lstStyle/>
          <a:p>
            <a:r>
              <a:rPr lang="en-US" b="1" dirty="0"/>
              <a:t>OEM Smart Line-interactive UPS – Adding An Attractive Feature</a:t>
            </a:r>
          </a:p>
        </p:txBody>
      </p:sp>
      <p:pic>
        <p:nvPicPr>
          <p:cNvPr id="10" name="Picture 9">
            <a:extLst>
              <a:ext uri="{FF2B5EF4-FFF2-40B4-BE49-F238E27FC236}">
                <a16:creationId xmlns:a16="http://schemas.microsoft.com/office/drawing/2014/main" id="{74E73F8D-8511-0F43-E77E-CB586B6CBB30}"/>
              </a:ext>
            </a:extLst>
          </p:cNvPr>
          <p:cNvPicPr>
            <a:picLocks noChangeAspect="1"/>
          </p:cNvPicPr>
          <p:nvPr/>
        </p:nvPicPr>
        <p:blipFill>
          <a:blip r:embed="rId3"/>
          <a:stretch>
            <a:fillRect/>
          </a:stretch>
        </p:blipFill>
        <p:spPr>
          <a:xfrm>
            <a:off x="772073" y="2565265"/>
            <a:ext cx="1964644" cy="14125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C45156-0718-1F61-1602-FE7BD8320724}"/>
              </a:ext>
            </a:extLst>
          </p:cNvPr>
          <p:cNvSpPr>
            <a:spLocks noGrp="1"/>
          </p:cNvSpPr>
          <p:nvPr>
            <p:ph type="sldNum" sz="quarter" idx="4"/>
          </p:nvPr>
        </p:nvSpPr>
        <p:spPr/>
        <p:txBody>
          <a:bodyPr/>
          <a:lstStyle/>
          <a:p>
            <a:r>
              <a:rPr lang="en-US"/>
              <a:t>Page </a:t>
            </a:r>
            <a:fld id="{5A9C12DC-491F-9444-86A2-13AC5C62A2FC}" type="slidenum">
              <a:rPr lang="en-US" smtClean="0"/>
              <a:pPr/>
              <a:t>3</a:t>
            </a:fld>
            <a:endParaRPr lang="en-US" dirty="0"/>
          </a:p>
        </p:txBody>
      </p:sp>
      <p:sp>
        <p:nvSpPr>
          <p:cNvPr id="3" name="Footer Placeholder 2">
            <a:extLst>
              <a:ext uri="{FF2B5EF4-FFF2-40B4-BE49-F238E27FC236}">
                <a16:creationId xmlns:a16="http://schemas.microsoft.com/office/drawing/2014/main" id="{3672E101-3D4E-955B-1EAD-752D0A3024C8}"/>
              </a:ext>
            </a:extLst>
          </p:cNvPr>
          <p:cNvSpPr>
            <a:spLocks noGrp="1"/>
          </p:cNvSpPr>
          <p:nvPr>
            <p:ph type="ftr" sz="quarter" idx="3"/>
          </p:nvPr>
        </p:nvSpPr>
        <p:spPr/>
        <p:txBody>
          <a:bodyPr/>
          <a:lstStyle/>
          <a:p>
            <a:r>
              <a:rPr lang="en-US"/>
              <a:t>Confidential Property of Schneider Electric |</a:t>
            </a:r>
            <a:endParaRPr lang="en-US" dirty="0"/>
          </a:p>
        </p:txBody>
      </p:sp>
      <p:sp>
        <p:nvSpPr>
          <p:cNvPr id="4" name="Content Placeholder 3">
            <a:extLst>
              <a:ext uri="{FF2B5EF4-FFF2-40B4-BE49-F238E27FC236}">
                <a16:creationId xmlns:a16="http://schemas.microsoft.com/office/drawing/2014/main" id="{34173693-C4F2-6A32-F0DB-EE5614DF427E}"/>
              </a:ext>
            </a:extLst>
          </p:cNvPr>
          <p:cNvSpPr>
            <a:spLocks noGrp="1"/>
          </p:cNvSpPr>
          <p:nvPr>
            <p:ph sz="quarter" idx="31"/>
          </p:nvPr>
        </p:nvSpPr>
        <p:spPr/>
        <p:txBody>
          <a:bodyPr/>
          <a:lstStyle/>
          <a:p>
            <a:r>
              <a:rPr lang="en-US" dirty="0"/>
              <a:t>How does SmartConnect work:</a:t>
            </a:r>
          </a:p>
          <a:p>
            <a:pPr marL="547680" lvl="1" indent="-342900">
              <a:buAutoNum type="arabicPeriod"/>
            </a:pPr>
            <a:r>
              <a:rPr lang="en-US" dirty="0"/>
              <a:t>UPS proactively connects to LwM2M server.</a:t>
            </a:r>
          </a:p>
          <a:p>
            <a:pPr marL="547680" lvl="1" indent="-342900">
              <a:buAutoNum type="arabicPeriod"/>
            </a:pPr>
            <a:r>
              <a:rPr lang="en-US" dirty="0"/>
              <a:t>UPS status/information are represented in Microlink data; All the Microlink data of UPS is called a </a:t>
            </a:r>
            <a:r>
              <a:rPr lang="en-US" i="1" dirty="0">
                <a:solidFill>
                  <a:srgbClr val="36C746"/>
                </a:solidFill>
              </a:rPr>
              <a:t>Microlink map.</a:t>
            </a:r>
            <a:endParaRPr lang="en-US" dirty="0"/>
          </a:p>
          <a:p>
            <a:pPr marL="547680" lvl="1" indent="-342900">
              <a:buAutoNum type="arabicPeriod"/>
            </a:pPr>
            <a:r>
              <a:rPr lang="en-US" dirty="0"/>
              <a:t>UPS reports UPS status/information in Microlink data to LwM2M server.</a:t>
            </a:r>
          </a:p>
          <a:p>
            <a:pPr marL="547680" lvl="1" indent="-342900">
              <a:buAutoNum type="arabicPeriod"/>
            </a:pPr>
            <a:r>
              <a:rPr lang="en-US" dirty="0"/>
              <a:t>Each </a:t>
            </a:r>
            <a:r>
              <a:rPr lang="en-US" i="1" dirty="0">
                <a:solidFill>
                  <a:srgbClr val="36C746"/>
                </a:solidFill>
              </a:rPr>
              <a:t>family</a:t>
            </a:r>
            <a:r>
              <a:rPr lang="en-US" dirty="0"/>
              <a:t> (Amarok, SMX Refresh, Mink..) has different </a:t>
            </a:r>
            <a:r>
              <a:rPr lang="en-US" i="1" dirty="0">
                <a:solidFill>
                  <a:srgbClr val="36C746"/>
                </a:solidFill>
              </a:rPr>
              <a:t>Microlink ID</a:t>
            </a:r>
            <a:r>
              <a:rPr lang="en-US" dirty="0"/>
              <a:t> &amp; </a:t>
            </a:r>
            <a:r>
              <a:rPr lang="en-US" i="1" dirty="0">
                <a:solidFill>
                  <a:srgbClr val="36C746"/>
                </a:solidFill>
              </a:rPr>
              <a:t>Microlink map</a:t>
            </a:r>
            <a:r>
              <a:rPr lang="en-US" dirty="0"/>
              <a:t>.</a:t>
            </a:r>
          </a:p>
          <a:p>
            <a:pPr marL="547680" lvl="1" indent="-342900">
              <a:buAutoNum type="arabicPeriod"/>
            </a:pPr>
            <a:r>
              <a:rPr lang="en-US" dirty="0"/>
              <a:t>SmartConnect web portal can show UPS status/information and control UPS remotely.</a:t>
            </a:r>
          </a:p>
          <a:p>
            <a:endParaRPr lang="en-US" dirty="0"/>
          </a:p>
        </p:txBody>
      </p:sp>
      <p:sp>
        <p:nvSpPr>
          <p:cNvPr id="5" name="Text Placeholder 4">
            <a:extLst>
              <a:ext uri="{FF2B5EF4-FFF2-40B4-BE49-F238E27FC236}">
                <a16:creationId xmlns:a16="http://schemas.microsoft.com/office/drawing/2014/main" id="{75DD7505-19FB-2BCC-D55F-8E64D3873B46}"/>
              </a:ext>
            </a:extLst>
          </p:cNvPr>
          <p:cNvSpPr>
            <a:spLocks noGrp="1"/>
          </p:cNvSpPr>
          <p:nvPr>
            <p:ph type="body" sz="quarter" idx="32"/>
          </p:nvPr>
        </p:nvSpPr>
        <p:spPr/>
        <p:txBody>
          <a:bodyPr/>
          <a:lstStyle/>
          <a:p>
            <a:r>
              <a:rPr lang="en-US" dirty="0"/>
              <a:t>SmartConnect – How does it work </a:t>
            </a:r>
          </a:p>
        </p:txBody>
      </p:sp>
      <p:sp>
        <p:nvSpPr>
          <p:cNvPr id="6" name="Text Placeholder 5">
            <a:extLst>
              <a:ext uri="{FF2B5EF4-FFF2-40B4-BE49-F238E27FC236}">
                <a16:creationId xmlns:a16="http://schemas.microsoft.com/office/drawing/2014/main" id="{D25BF03C-ABEA-CC64-702F-7EF10B93C097}"/>
              </a:ext>
            </a:extLst>
          </p:cNvPr>
          <p:cNvSpPr>
            <a:spLocks noGrp="1"/>
          </p:cNvSpPr>
          <p:nvPr>
            <p:ph type="body" sz="quarter" idx="33"/>
          </p:nvPr>
        </p:nvSpPr>
        <p:spPr/>
        <p:txBody>
          <a:bodyPr/>
          <a:lstStyle/>
          <a:p>
            <a:r>
              <a:rPr lang="en-US" b="1" dirty="0"/>
              <a:t>Smart UPS with SmartConnect</a:t>
            </a:r>
          </a:p>
        </p:txBody>
      </p:sp>
    </p:spTree>
    <p:extLst>
      <p:ext uri="{BB962C8B-B14F-4D97-AF65-F5344CB8AC3E}">
        <p14:creationId xmlns:p14="http://schemas.microsoft.com/office/powerpoint/2010/main" val="1723859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C45156-0718-1F61-1602-FE7BD8320724}"/>
              </a:ext>
            </a:extLst>
          </p:cNvPr>
          <p:cNvSpPr>
            <a:spLocks noGrp="1"/>
          </p:cNvSpPr>
          <p:nvPr>
            <p:ph type="sldNum" sz="quarter" idx="4"/>
          </p:nvPr>
        </p:nvSpPr>
        <p:spPr/>
        <p:txBody>
          <a:bodyPr/>
          <a:lstStyle/>
          <a:p>
            <a:r>
              <a:rPr lang="en-US"/>
              <a:t>Page </a:t>
            </a:r>
            <a:fld id="{5A9C12DC-491F-9444-86A2-13AC5C62A2FC}" type="slidenum">
              <a:rPr lang="en-US" smtClean="0"/>
              <a:pPr/>
              <a:t>4</a:t>
            </a:fld>
            <a:endParaRPr lang="en-US" dirty="0"/>
          </a:p>
        </p:txBody>
      </p:sp>
      <p:sp>
        <p:nvSpPr>
          <p:cNvPr id="3" name="Footer Placeholder 2">
            <a:extLst>
              <a:ext uri="{FF2B5EF4-FFF2-40B4-BE49-F238E27FC236}">
                <a16:creationId xmlns:a16="http://schemas.microsoft.com/office/drawing/2014/main" id="{3672E101-3D4E-955B-1EAD-752D0A3024C8}"/>
              </a:ext>
            </a:extLst>
          </p:cNvPr>
          <p:cNvSpPr>
            <a:spLocks noGrp="1"/>
          </p:cNvSpPr>
          <p:nvPr>
            <p:ph type="ftr" sz="quarter" idx="3"/>
          </p:nvPr>
        </p:nvSpPr>
        <p:spPr/>
        <p:txBody>
          <a:bodyPr/>
          <a:lstStyle/>
          <a:p>
            <a:r>
              <a:rPr lang="en-US"/>
              <a:t>Confidential Property of Schneider Electric |</a:t>
            </a:r>
            <a:endParaRPr lang="en-US" dirty="0"/>
          </a:p>
        </p:txBody>
      </p:sp>
      <p:sp>
        <p:nvSpPr>
          <p:cNvPr id="4" name="Content Placeholder 3">
            <a:extLst>
              <a:ext uri="{FF2B5EF4-FFF2-40B4-BE49-F238E27FC236}">
                <a16:creationId xmlns:a16="http://schemas.microsoft.com/office/drawing/2014/main" id="{34173693-C4F2-6A32-F0DB-EE5614DF427E}"/>
              </a:ext>
            </a:extLst>
          </p:cNvPr>
          <p:cNvSpPr>
            <a:spLocks noGrp="1"/>
          </p:cNvSpPr>
          <p:nvPr>
            <p:ph sz="quarter" idx="31"/>
          </p:nvPr>
        </p:nvSpPr>
        <p:spPr/>
        <p:txBody>
          <a:bodyPr/>
          <a:lstStyle/>
          <a:p>
            <a:r>
              <a:rPr lang="en-US" dirty="0"/>
              <a:t>Facts about Microlink &amp; UPS-Link:</a:t>
            </a:r>
          </a:p>
          <a:p>
            <a:pPr marL="547680" lvl="1" indent="-342900">
              <a:buAutoNum type="arabicPeriod"/>
            </a:pPr>
            <a:r>
              <a:rPr lang="en-US" dirty="0"/>
              <a:t>Microlink protocol is an APC </a:t>
            </a:r>
            <a:r>
              <a:rPr lang="en-US" i="1" dirty="0">
                <a:solidFill>
                  <a:srgbClr val="36C746"/>
                </a:solidFill>
              </a:rPr>
              <a:t>proprietary</a:t>
            </a:r>
            <a:r>
              <a:rPr lang="en-US" dirty="0"/>
              <a:t>/</a:t>
            </a:r>
            <a:r>
              <a:rPr lang="en-US" i="1" dirty="0">
                <a:solidFill>
                  <a:srgbClr val="36C746"/>
                </a:solidFill>
              </a:rPr>
              <a:t>confidential</a:t>
            </a:r>
            <a:r>
              <a:rPr lang="en-US" dirty="0"/>
              <a:t> </a:t>
            </a:r>
            <a:r>
              <a:rPr lang="en-US" dirty="0">
                <a:solidFill>
                  <a:srgbClr val="36C746"/>
                </a:solidFill>
              </a:rPr>
              <a:t>protocol</a:t>
            </a:r>
            <a:r>
              <a:rPr lang="en-US" dirty="0"/>
              <a:t>. We don’t want to share outside APC.</a:t>
            </a:r>
          </a:p>
          <a:p>
            <a:pPr marL="547680" lvl="1" indent="-342900">
              <a:buAutoNum type="arabicPeriod"/>
            </a:pPr>
            <a:r>
              <a:rPr lang="en-US" dirty="0"/>
              <a:t>OEM products only use UPS-Link.</a:t>
            </a:r>
          </a:p>
          <a:p>
            <a:pPr marL="15874" indent="0"/>
            <a:endParaRPr lang="en-US" dirty="0"/>
          </a:p>
          <a:p>
            <a:pPr marL="15874" indent="0"/>
            <a:r>
              <a:rPr lang="en-US" dirty="0"/>
              <a:t>To make OEM products to support SmartConnect, the SmartConnect module need to convert the UPS-Link data/commands to Microlink data/commands.</a:t>
            </a:r>
          </a:p>
          <a:p>
            <a:endParaRPr lang="en-US" dirty="0"/>
          </a:p>
        </p:txBody>
      </p:sp>
      <p:sp>
        <p:nvSpPr>
          <p:cNvPr id="5" name="Text Placeholder 4">
            <a:extLst>
              <a:ext uri="{FF2B5EF4-FFF2-40B4-BE49-F238E27FC236}">
                <a16:creationId xmlns:a16="http://schemas.microsoft.com/office/drawing/2014/main" id="{75DD7505-19FB-2BCC-D55F-8E64D3873B46}"/>
              </a:ext>
            </a:extLst>
          </p:cNvPr>
          <p:cNvSpPr>
            <a:spLocks noGrp="1"/>
          </p:cNvSpPr>
          <p:nvPr>
            <p:ph type="body" sz="quarter" idx="32"/>
          </p:nvPr>
        </p:nvSpPr>
        <p:spPr/>
        <p:txBody>
          <a:bodyPr/>
          <a:lstStyle/>
          <a:p>
            <a:r>
              <a:rPr lang="en-US" dirty="0"/>
              <a:t>Requirements Analysis – Firmware Perspective</a:t>
            </a:r>
          </a:p>
        </p:txBody>
      </p:sp>
      <p:sp>
        <p:nvSpPr>
          <p:cNvPr id="6" name="Text Placeholder 5">
            <a:extLst>
              <a:ext uri="{FF2B5EF4-FFF2-40B4-BE49-F238E27FC236}">
                <a16:creationId xmlns:a16="http://schemas.microsoft.com/office/drawing/2014/main" id="{D25BF03C-ABEA-CC64-702F-7EF10B93C097}"/>
              </a:ext>
            </a:extLst>
          </p:cNvPr>
          <p:cNvSpPr>
            <a:spLocks noGrp="1"/>
          </p:cNvSpPr>
          <p:nvPr>
            <p:ph type="body" sz="quarter" idx="33"/>
          </p:nvPr>
        </p:nvSpPr>
        <p:spPr/>
        <p:txBody>
          <a:bodyPr/>
          <a:lstStyle/>
          <a:p>
            <a:r>
              <a:rPr lang="en-US" b="1" dirty="0"/>
              <a:t>1. Microlink &lt;-&gt; UPS-Link</a:t>
            </a:r>
          </a:p>
        </p:txBody>
      </p:sp>
      <p:pic>
        <p:nvPicPr>
          <p:cNvPr id="10" name="Picture 9" descr="A diagram of a smart connect module&#10;&#10;Description automatically generated with low confidence">
            <a:extLst>
              <a:ext uri="{FF2B5EF4-FFF2-40B4-BE49-F238E27FC236}">
                <a16:creationId xmlns:a16="http://schemas.microsoft.com/office/drawing/2014/main" id="{5B2BDBE8-1BCA-9EE1-D077-3A64E136D73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147624" y="3096335"/>
            <a:ext cx="4076932" cy="2047165"/>
          </a:xfrm>
          <a:prstGeom prst="rect">
            <a:avLst/>
          </a:prstGeom>
        </p:spPr>
      </p:pic>
    </p:spTree>
    <p:extLst>
      <p:ext uri="{BB962C8B-B14F-4D97-AF65-F5344CB8AC3E}">
        <p14:creationId xmlns:p14="http://schemas.microsoft.com/office/powerpoint/2010/main" val="3646619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C45156-0718-1F61-1602-FE7BD8320724}"/>
              </a:ext>
            </a:extLst>
          </p:cNvPr>
          <p:cNvSpPr>
            <a:spLocks noGrp="1"/>
          </p:cNvSpPr>
          <p:nvPr>
            <p:ph type="sldNum" sz="quarter" idx="4"/>
          </p:nvPr>
        </p:nvSpPr>
        <p:spPr/>
        <p:txBody>
          <a:bodyPr/>
          <a:lstStyle/>
          <a:p>
            <a:r>
              <a:rPr lang="en-US"/>
              <a:t>Page </a:t>
            </a:r>
            <a:fld id="{5A9C12DC-491F-9444-86A2-13AC5C62A2FC}" type="slidenum">
              <a:rPr lang="en-US" smtClean="0"/>
              <a:pPr/>
              <a:t>5</a:t>
            </a:fld>
            <a:endParaRPr lang="en-US" dirty="0"/>
          </a:p>
        </p:txBody>
      </p:sp>
      <p:sp>
        <p:nvSpPr>
          <p:cNvPr id="3" name="Footer Placeholder 2">
            <a:extLst>
              <a:ext uri="{FF2B5EF4-FFF2-40B4-BE49-F238E27FC236}">
                <a16:creationId xmlns:a16="http://schemas.microsoft.com/office/drawing/2014/main" id="{3672E101-3D4E-955B-1EAD-752D0A3024C8}"/>
              </a:ext>
            </a:extLst>
          </p:cNvPr>
          <p:cNvSpPr>
            <a:spLocks noGrp="1"/>
          </p:cNvSpPr>
          <p:nvPr>
            <p:ph type="ftr" sz="quarter" idx="3"/>
          </p:nvPr>
        </p:nvSpPr>
        <p:spPr/>
        <p:txBody>
          <a:bodyPr/>
          <a:lstStyle/>
          <a:p>
            <a:r>
              <a:rPr lang="en-US"/>
              <a:t>Confidential Property of Schneider Electric |</a:t>
            </a:r>
            <a:endParaRPr lang="en-US" dirty="0"/>
          </a:p>
        </p:txBody>
      </p:sp>
      <p:sp>
        <p:nvSpPr>
          <p:cNvPr id="4" name="Content Placeholder 3">
            <a:extLst>
              <a:ext uri="{FF2B5EF4-FFF2-40B4-BE49-F238E27FC236}">
                <a16:creationId xmlns:a16="http://schemas.microsoft.com/office/drawing/2014/main" id="{34173693-C4F2-6A32-F0DB-EE5614DF427E}"/>
              </a:ext>
            </a:extLst>
          </p:cNvPr>
          <p:cNvSpPr>
            <a:spLocks noGrp="1"/>
          </p:cNvSpPr>
          <p:nvPr>
            <p:ph sz="quarter" idx="31"/>
          </p:nvPr>
        </p:nvSpPr>
        <p:spPr/>
        <p:txBody>
          <a:bodyPr/>
          <a:lstStyle/>
          <a:p>
            <a:r>
              <a:rPr lang="en-US" dirty="0"/>
              <a:t>Requirements of SmartConnect Module:</a:t>
            </a:r>
          </a:p>
          <a:p>
            <a:pPr marL="547680" lvl="1" indent="-342900">
              <a:buAutoNum type="arabicPeriod"/>
            </a:pPr>
            <a:r>
              <a:rPr lang="en-US" dirty="0"/>
              <a:t>Implements a bi-directional converter of Microlink and UPS-Link protocols.</a:t>
            </a:r>
          </a:p>
          <a:p>
            <a:endParaRPr lang="en-US" dirty="0"/>
          </a:p>
        </p:txBody>
      </p:sp>
      <p:sp>
        <p:nvSpPr>
          <p:cNvPr id="5" name="Text Placeholder 4">
            <a:extLst>
              <a:ext uri="{FF2B5EF4-FFF2-40B4-BE49-F238E27FC236}">
                <a16:creationId xmlns:a16="http://schemas.microsoft.com/office/drawing/2014/main" id="{75DD7505-19FB-2BCC-D55F-8E64D3873B46}"/>
              </a:ext>
            </a:extLst>
          </p:cNvPr>
          <p:cNvSpPr>
            <a:spLocks noGrp="1"/>
          </p:cNvSpPr>
          <p:nvPr>
            <p:ph type="body" sz="quarter" idx="32"/>
          </p:nvPr>
        </p:nvSpPr>
        <p:spPr/>
        <p:txBody>
          <a:bodyPr/>
          <a:lstStyle/>
          <a:p>
            <a:r>
              <a:rPr lang="en-US" dirty="0"/>
              <a:t>Requirements – Firmware Perspective</a:t>
            </a:r>
          </a:p>
        </p:txBody>
      </p:sp>
      <p:sp>
        <p:nvSpPr>
          <p:cNvPr id="6" name="Text Placeholder 5">
            <a:extLst>
              <a:ext uri="{FF2B5EF4-FFF2-40B4-BE49-F238E27FC236}">
                <a16:creationId xmlns:a16="http://schemas.microsoft.com/office/drawing/2014/main" id="{D25BF03C-ABEA-CC64-702F-7EF10B93C097}"/>
              </a:ext>
            </a:extLst>
          </p:cNvPr>
          <p:cNvSpPr>
            <a:spLocks noGrp="1"/>
          </p:cNvSpPr>
          <p:nvPr>
            <p:ph type="body" sz="quarter" idx="33"/>
          </p:nvPr>
        </p:nvSpPr>
        <p:spPr/>
        <p:txBody>
          <a:bodyPr/>
          <a:lstStyle/>
          <a:p>
            <a:r>
              <a:rPr lang="en-US" b="1" dirty="0"/>
              <a:t>SmartConnect Module for OEM UPSs</a:t>
            </a:r>
          </a:p>
        </p:txBody>
      </p:sp>
    </p:spTree>
    <p:extLst>
      <p:ext uri="{BB962C8B-B14F-4D97-AF65-F5344CB8AC3E}">
        <p14:creationId xmlns:p14="http://schemas.microsoft.com/office/powerpoint/2010/main" val="3161711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C45156-0718-1F61-1602-FE7BD8320724}"/>
              </a:ext>
            </a:extLst>
          </p:cNvPr>
          <p:cNvSpPr>
            <a:spLocks noGrp="1"/>
          </p:cNvSpPr>
          <p:nvPr>
            <p:ph type="sldNum" sz="quarter" idx="4"/>
          </p:nvPr>
        </p:nvSpPr>
        <p:spPr/>
        <p:txBody>
          <a:bodyPr/>
          <a:lstStyle/>
          <a:p>
            <a:r>
              <a:rPr lang="en-US"/>
              <a:t>Page </a:t>
            </a:r>
            <a:fld id="{5A9C12DC-491F-9444-86A2-13AC5C62A2FC}" type="slidenum">
              <a:rPr lang="en-US" smtClean="0"/>
              <a:pPr/>
              <a:t>6</a:t>
            </a:fld>
            <a:endParaRPr lang="en-US" dirty="0"/>
          </a:p>
        </p:txBody>
      </p:sp>
      <p:sp>
        <p:nvSpPr>
          <p:cNvPr id="3" name="Footer Placeholder 2">
            <a:extLst>
              <a:ext uri="{FF2B5EF4-FFF2-40B4-BE49-F238E27FC236}">
                <a16:creationId xmlns:a16="http://schemas.microsoft.com/office/drawing/2014/main" id="{3672E101-3D4E-955B-1EAD-752D0A3024C8}"/>
              </a:ext>
            </a:extLst>
          </p:cNvPr>
          <p:cNvSpPr>
            <a:spLocks noGrp="1"/>
          </p:cNvSpPr>
          <p:nvPr>
            <p:ph type="ftr" sz="quarter" idx="3"/>
          </p:nvPr>
        </p:nvSpPr>
        <p:spPr/>
        <p:txBody>
          <a:bodyPr/>
          <a:lstStyle/>
          <a:p>
            <a:r>
              <a:rPr lang="en-US"/>
              <a:t>Confidential Property of Schneider Electric |</a:t>
            </a:r>
            <a:endParaRPr lang="en-US" dirty="0"/>
          </a:p>
        </p:txBody>
      </p:sp>
      <p:sp>
        <p:nvSpPr>
          <p:cNvPr id="4" name="Content Placeholder 3">
            <a:extLst>
              <a:ext uri="{FF2B5EF4-FFF2-40B4-BE49-F238E27FC236}">
                <a16:creationId xmlns:a16="http://schemas.microsoft.com/office/drawing/2014/main" id="{34173693-C4F2-6A32-F0DB-EE5614DF427E}"/>
              </a:ext>
            </a:extLst>
          </p:cNvPr>
          <p:cNvSpPr>
            <a:spLocks noGrp="1"/>
          </p:cNvSpPr>
          <p:nvPr>
            <p:ph sz="quarter" idx="31"/>
          </p:nvPr>
        </p:nvSpPr>
        <p:spPr/>
        <p:txBody>
          <a:bodyPr/>
          <a:lstStyle/>
          <a:p>
            <a:r>
              <a:rPr lang="en-US" dirty="0"/>
              <a:t>Have SmartConnect Module firmware to support all OEM UPSs:</a:t>
            </a:r>
          </a:p>
          <a:p>
            <a:pPr marL="547680" lvl="1" indent="-342900">
              <a:buAutoNum type="arabicPeriod"/>
            </a:pPr>
            <a:r>
              <a:rPr lang="en-US" dirty="0"/>
              <a:t>Different families of OEM UPSs could have different features and configurations.</a:t>
            </a:r>
          </a:p>
          <a:p>
            <a:pPr marL="547680" lvl="1" indent="-342900">
              <a:buAutoNum type="arabicPeriod"/>
            </a:pPr>
            <a:r>
              <a:rPr lang="en-US" dirty="0"/>
              <a:t>Cloud needs to differentiate different families of OEM UPSs.</a:t>
            </a:r>
          </a:p>
          <a:p>
            <a:pPr marL="914400" lvl="2" indent="-342900">
              <a:buFont typeface="+mj-lt"/>
              <a:buAutoNum type="alphaLcPeriod"/>
            </a:pPr>
            <a:r>
              <a:rPr lang="en-US" dirty="0"/>
              <a:t>Different Microlink IDs for different families.</a:t>
            </a:r>
          </a:p>
          <a:p>
            <a:pPr marL="914400" lvl="2" indent="-342900">
              <a:buFont typeface="+mj-lt"/>
              <a:buAutoNum type="alphaLcPeriod"/>
            </a:pPr>
            <a:r>
              <a:rPr lang="en-US" dirty="0"/>
              <a:t>Different Microlink Map for different families</a:t>
            </a:r>
          </a:p>
          <a:p>
            <a:pPr marL="15874" indent="0"/>
            <a:endParaRPr lang="en-US" dirty="0"/>
          </a:p>
          <a:p>
            <a:pPr marL="15874" indent="0"/>
            <a:r>
              <a:rPr lang="en-US" dirty="0"/>
              <a:t>SmartConnect Module needs to have different firmware for supporting different families of OEM UPSs</a:t>
            </a:r>
          </a:p>
          <a:p>
            <a:endParaRPr lang="en-US" dirty="0"/>
          </a:p>
        </p:txBody>
      </p:sp>
      <p:sp>
        <p:nvSpPr>
          <p:cNvPr id="5" name="Text Placeholder 4">
            <a:extLst>
              <a:ext uri="{FF2B5EF4-FFF2-40B4-BE49-F238E27FC236}">
                <a16:creationId xmlns:a16="http://schemas.microsoft.com/office/drawing/2014/main" id="{75DD7505-19FB-2BCC-D55F-8E64D3873B46}"/>
              </a:ext>
            </a:extLst>
          </p:cNvPr>
          <p:cNvSpPr>
            <a:spLocks noGrp="1"/>
          </p:cNvSpPr>
          <p:nvPr>
            <p:ph type="body" sz="quarter" idx="32"/>
          </p:nvPr>
        </p:nvSpPr>
        <p:spPr/>
        <p:txBody>
          <a:bodyPr/>
          <a:lstStyle/>
          <a:p>
            <a:r>
              <a:rPr lang="en-US" dirty="0"/>
              <a:t>Requirements Analysis – Firmware Perspective</a:t>
            </a:r>
          </a:p>
        </p:txBody>
      </p:sp>
      <p:sp>
        <p:nvSpPr>
          <p:cNvPr id="6" name="Text Placeholder 5">
            <a:extLst>
              <a:ext uri="{FF2B5EF4-FFF2-40B4-BE49-F238E27FC236}">
                <a16:creationId xmlns:a16="http://schemas.microsoft.com/office/drawing/2014/main" id="{D25BF03C-ABEA-CC64-702F-7EF10B93C097}"/>
              </a:ext>
            </a:extLst>
          </p:cNvPr>
          <p:cNvSpPr>
            <a:spLocks noGrp="1"/>
          </p:cNvSpPr>
          <p:nvPr>
            <p:ph type="body" sz="quarter" idx="33"/>
          </p:nvPr>
        </p:nvSpPr>
        <p:spPr/>
        <p:txBody>
          <a:bodyPr/>
          <a:lstStyle/>
          <a:p>
            <a:r>
              <a:rPr lang="en-US" b="1" dirty="0"/>
              <a:t>2. One firmware fits all?</a:t>
            </a:r>
          </a:p>
        </p:txBody>
      </p:sp>
    </p:spTree>
    <p:extLst>
      <p:ext uri="{BB962C8B-B14F-4D97-AF65-F5344CB8AC3E}">
        <p14:creationId xmlns:p14="http://schemas.microsoft.com/office/powerpoint/2010/main" val="52391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C45156-0718-1F61-1602-FE7BD8320724}"/>
              </a:ext>
            </a:extLst>
          </p:cNvPr>
          <p:cNvSpPr>
            <a:spLocks noGrp="1"/>
          </p:cNvSpPr>
          <p:nvPr>
            <p:ph type="sldNum" sz="quarter" idx="4"/>
          </p:nvPr>
        </p:nvSpPr>
        <p:spPr/>
        <p:txBody>
          <a:bodyPr/>
          <a:lstStyle/>
          <a:p>
            <a:r>
              <a:rPr lang="en-US"/>
              <a:t>Page </a:t>
            </a:r>
            <a:fld id="{5A9C12DC-491F-9444-86A2-13AC5C62A2FC}" type="slidenum">
              <a:rPr lang="en-US" smtClean="0"/>
              <a:pPr/>
              <a:t>7</a:t>
            </a:fld>
            <a:endParaRPr lang="en-US" dirty="0"/>
          </a:p>
        </p:txBody>
      </p:sp>
      <p:sp>
        <p:nvSpPr>
          <p:cNvPr id="3" name="Footer Placeholder 2">
            <a:extLst>
              <a:ext uri="{FF2B5EF4-FFF2-40B4-BE49-F238E27FC236}">
                <a16:creationId xmlns:a16="http://schemas.microsoft.com/office/drawing/2014/main" id="{3672E101-3D4E-955B-1EAD-752D0A3024C8}"/>
              </a:ext>
            </a:extLst>
          </p:cNvPr>
          <p:cNvSpPr>
            <a:spLocks noGrp="1"/>
          </p:cNvSpPr>
          <p:nvPr>
            <p:ph type="ftr" sz="quarter" idx="3"/>
          </p:nvPr>
        </p:nvSpPr>
        <p:spPr/>
        <p:txBody>
          <a:bodyPr/>
          <a:lstStyle/>
          <a:p>
            <a:r>
              <a:rPr lang="en-US"/>
              <a:t>Confidential Property of Schneider Electric |</a:t>
            </a:r>
            <a:endParaRPr lang="en-US" dirty="0"/>
          </a:p>
        </p:txBody>
      </p:sp>
      <p:sp>
        <p:nvSpPr>
          <p:cNvPr id="4" name="Content Placeholder 3">
            <a:extLst>
              <a:ext uri="{FF2B5EF4-FFF2-40B4-BE49-F238E27FC236}">
                <a16:creationId xmlns:a16="http://schemas.microsoft.com/office/drawing/2014/main" id="{34173693-C4F2-6A32-F0DB-EE5614DF427E}"/>
              </a:ext>
            </a:extLst>
          </p:cNvPr>
          <p:cNvSpPr>
            <a:spLocks noGrp="1"/>
          </p:cNvSpPr>
          <p:nvPr>
            <p:ph sz="quarter" idx="31"/>
          </p:nvPr>
        </p:nvSpPr>
        <p:spPr/>
        <p:txBody>
          <a:bodyPr/>
          <a:lstStyle/>
          <a:p>
            <a:r>
              <a:rPr lang="en-US" dirty="0"/>
              <a:t>Requirements of SmartConnect Module:</a:t>
            </a:r>
          </a:p>
          <a:p>
            <a:pPr marL="547680" lvl="1" indent="-342900">
              <a:buAutoNum type="arabicPeriod"/>
            </a:pPr>
            <a:r>
              <a:rPr lang="en-US" dirty="0"/>
              <a:t>Implement a bi-directional converter of Microlink and UPS-Link protocols.</a:t>
            </a:r>
          </a:p>
          <a:p>
            <a:pPr marL="547680" lvl="1" indent="-342900">
              <a:buAutoNum type="arabicPeriod"/>
            </a:pPr>
            <a:r>
              <a:rPr lang="en-US" dirty="0"/>
              <a:t>Develop different firmware for supporting different families of OEM UPSs.</a:t>
            </a:r>
          </a:p>
          <a:p>
            <a:endParaRPr lang="en-US" dirty="0"/>
          </a:p>
        </p:txBody>
      </p:sp>
      <p:sp>
        <p:nvSpPr>
          <p:cNvPr id="5" name="Text Placeholder 4">
            <a:extLst>
              <a:ext uri="{FF2B5EF4-FFF2-40B4-BE49-F238E27FC236}">
                <a16:creationId xmlns:a16="http://schemas.microsoft.com/office/drawing/2014/main" id="{75DD7505-19FB-2BCC-D55F-8E64D3873B46}"/>
              </a:ext>
            </a:extLst>
          </p:cNvPr>
          <p:cNvSpPr>
            <a:spLocks noGrp="1"/>
          </p:cNvSpPr>
          <p:nvPr>
            <p:ph type="body" sz="quarter" idx="32"/>
          </p:nvPr>
        </p:nvSpPr>
        <p:spPr/>
        <p:txBody>
          <a:bodyPr/>
          <a:lstStyle/>
          <a:p>
            <a:r>
              <a:rPr lang="en-US" dirty="0"/>
              <a:t>Requirements – Firmware Perspective</a:t>
            </a:r>
          </a:p>
        </p:txBody>
      </p:sp>
      <p:sp>
        <p:nvSpPr>
          <p:cNvPr id="6" name="Text Placeholder 5">
            <a:extLst>
              <a:ext uri="{FF2B5EF4-FFF2-40B4-BE49-F238E27FC236}">
                <a16:creationId xmlns:a16="http://schemas.microsoft.com/office/drawing/2014/main" id="{D25BF03C-ABEA-CC64-702F-7EF10B93C097}"/>
              </a:ext>
            </a:extLst>
          </p:cNvPr>
          <p:cNvSpPr>
            <a:spLocks noGrp="1"/>
          </p:cNvSpPr>
          <p:nvPr>
            <p:ph type="body" sz="quarter" idx="33"/>
          </p:nvPr>
        </p:nvSpPr>
        <p:spPr/>
        <p:txBody>
          <a:bodyPr/>
          <a:lstStyle/>
          <a:p>
            <a:r>
              <a:rPr lang="en-US" b="1" dirty="0"/>
              <a:t>SmartConnect Module for OEM UPSs</a:t>
            </a:r>
          </a:p>
        </p:txBody>
      </p:sp>
    </p:spTree>
    <p:extLst>
      <p:ext uri="{BB962C8B-B14F-4D97-AF65-F5344CB8AC3E}">
        <p14:creationId xmlns:p14="http://schemas.microsoft.com/office/powerpoint/2010/main" val="3215344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C45156-0718-1F61-1602-FE7BD8320724}"/>
              </a:ext>
            </a:extLst>
          </p:cNvPr>
          <p:cNvSpPr>
            <a:spLocks noGrp="1"/>
          </p:cNvSpPr>
          <p:nvPr>
            <p:ph type="sldNum" sz="quarter" idx="4"/>
          </p:nvPr>
        </p:nvSpPr>
        <p:spPr/>
        <p:txBody>
          <a:bodyPr/>
          <a:lstStyle/>
          <a:p>
            <a:r>
              <a:rPr lang="en-US"/>
              <a:t>Page </a:t>
            </a:r>
            <a:fld id="{5A9C12DC-491F-9444-86A2-13AC5C62A2FC}" type="slidenum">
              <a:rPr lang="en-US" smtClean="0"/>
              <a:pPr/>
              <a:t>8</a:t>
            </a:fld>
            <a:endParaRPr lang="en-US" dirty="0"/>
          </a:p>
        </p:txBody>
      </p:sp>
      <p:sp>
        <p:nvSpPr>
          <p:cNvPr id="3" name="Footer Placeholder 2">
            <a:extLst>
              <a:ext uri="{FF2B5EF4-FFF2-40B4-BE49-F238E27FC236}">
                <a16:creationId xmlns:a16="http://schemas.microsoft.com/office/drawing/2014/main" id="{3672E101-3D4E-955B-1EAD-752D0A3024C8}"/>
              </a:ext>
            </a:extLst>
          </p:cNvPr>
          <p:cNvSpPr>
            <a:spLocks noGrp="1"/>
          </p:cNvSpPr>
          <p:nvPr>
            <p:ph type="ftr" sz="quarter" idx="3"/>
          </p:nvPr>
        </p:nvSpPr>
        <p:spPr/>
        <p:txBody>
          <a:bodyPr/>
          <a:lstStyle/>
          <a:p>
            <a:r>
              <a:rPr lang="en-US"/>
              <a:t>Confidential Property of Schneider Electric |</a:t>
            </a:r>
            <a:endParaRPr lang="en-US" dirty="0"/>
          </a:p>
        </p:txBody>
      </p:sp>
      <p:sp>
        <p:nvSpPr>
          <p:cNvPr id="4" name="Content Placeholder 3">
            <a:extLst>
              <a:ext uri="{FF2B5EF4-FFF2-40B4-BE49-F238E27FC236}">
                <a16:creationId xmlns:a16="http://schemas.microsoft.com/office/drawing/2014/main" id="{34173693-C4F2-6A32-F0DB-EE5614DF427E}"/>
              </a:ext>
            </a:extLst>
          </p:cNvPr>
          <p:cNvSpPr>
            <a:spLocks noGrp="1"/>
          </p:cNvSpPr>
          <p:nvPr>
            <p:ph sz="quarter" idx="31"/>
          </p:nvPr>
        </p:nvSpPr>
        <p:spPr/>
        <p:txBody>
          <a:bodyPr/>
          <a:lstStyle/>
          <a:p>
            <a:r>
              <a:rPr lang="en-US" dirty="0"/>
              <a:t>Requirements of SmartConnect Module:</a:t>
            </a:r>
          </a:p>
          <a:p>
            <a:pPr marL="547680" lvl="1" indent="-342900">
              <a:buAutoNum type="arabicPeriod"/>
            </a:pPr>
            <a:r>
              <a:rPr lang="en-US" dirty="0"/>
              <a:t>Implement a bi-directional converter of Microlink and UPS-Link protocols.</a:t>
            </a:r>
          </a:p>
          <a:p>
            <a:pPr marL="547680" lvl="1" indent="-342900">
              <a:buAutoNum type="arabicPeriod"/>
            </a:pPr>
            <a:r>
              <a:rPr lang="en-US" dirty="0"/>
              <a:t>Develop different firmware for supporting different families of OEM UPSs.</a:t>
            </a:r>
          </a:p>
          <a:p>
            <a:pPr marL="547680" lvl="1" indent="-342900">
              <a:buAutoNum type="arabicPeriod"/>
            </a:pPr>
            <a:r>
              <a:rPr lang="en-US" dirty="0"/>
              <a:t>Other…</a:t>
            </a:r>
            <a:br>
              <a:rPr lang="en-US" dirty="0"/>
            </a:br>
            <a:r>
              <a:rPr lang="en-US" dirty="0">
                <a:solidFill>
                  <a:schemeClr val="bg1">
                    <a:lumMod val="85000"/>
                  </a:schemeClr>
                </a:solidFill>
              </a:rPr>
              <a:t>Communication Timing</a:t>
            </a:r>
            <a:br>
              <a:rPr lang="en-US" dirty="0">
                <a:solidFill>
                  <a:schemeClr val="bg1">
                    <a:lumMod val="85000"/>
                  </a:schemeClr>
                </a:solidFill>
              </a:rPr>
            </a:br>
            <a:r>
              <a:rPr lang="en-US" dirty="0">
                <a:solidFill>
                  <a:schemeClr val="bg1">
                    <a:lumMod val="85000"/>
                  </a:schemeClr>
                </a:solidFill>
              </a:rPr>
              <a:t>Firmware Upgrade</a:t>
            </a:r>
            <a:br>
              <a:rPr lang="en-US" dirty="0">
                <a:solidFill>
                  <a:schemeClr val="bg1">
                    <a:lumMod val="85000"/>
                  </a:schemeClr>
                </a:solidFill>
              </a:rPr>
            </a:br>
            <a:r>
              <a:rPr lang="en-US" dirty="0">
                <a:solidFill>
                  <a:schemeClr val="bg1">
                    <a:lumMod val="85000"/>
                  </a:schemeClr>
                </a:solidFill>
              </a:rPr>
              <a:t>…</a:t>
            </a:r>
          </a:p>
          <a:p>
            <a:endParaRPr lang="en-US" dirty="0"/>
          </a:p>
        </p:txBody>
      </p:sp>
      <p:sp>
        <p:nvSpPr>
          <p:cNvPr id="5" name="Text Placeholder 4">
            <a:extLst>
              <a:ext uri="{FF2B5EF4-FFF2-40B4-BE49-F238E27FC236}">
                <a16:creationId xmlns:a16="http://schemas.microsoft.com/office/drawing/2014/main" id="{75DD7505-19FB-2BCC-D55F-8E64D3873B46}"/>
              </a:ext>
            </a:extLst>
          </p:cNvPr>
          <p:cNvSpPr>
            <a:spLocks noGrp="1"/>
          </p:cNvSpPr>
          <p:nvPr>
            <p:ph type="body" sz="quarter" idx="32"/>
          </p:nvPr>
        </p:nvSpPr>
        <p:spPr/>
        <p:txBody>
          <a:bodyPr/>
          <a:lstStyle/>
          <a:p>
            <a:r>
              <a:rPr lang="en-US" dirty="0"/>
              <a:t>Requirements – Firmware Perspective</a:t>
            </a:r>
          </a:p>
        </p:txBody>
      </p:sp>
      <p:sp>
        <p:nvSpPr>
          <p:cNvPr id="6" name="Text Placeholder 5">
            <a:extLst>
              <a:ext uri="{FF2B5EF4-FFF2-40B4-BE49-F238E27FC236}">
                <a16:creationId xmlns:a16="http://schemas.microsoft.com/office/drawing/2014/main" id="{D25BF03C-ABEA-CC64-702F-7EF10B93C097}"/>
              </a:ext>
            </a:extLst>
          </p:cNvPr>
          <p:cNvSpPr>
            <a:spLocks noGrp="1"/>
          </p:cNvSpPr>
          <p:nvPr>
            <p:ph type="body" sz="quarter" idx="33"/>
          </p:nvPr>
        </p:nvSpPr>
        <p:spPr/>
        <p:txBody>
          <a:bodyPr/>
          <a:lstStyle/>
          <a:p>
            <a:r>
              <a:rPr lang="en-US" b="1" dirty="0"/>
              <a:t>SmartConnect Module for OEM UPSs</a:t>
            </a:r>
          </a:p>
        </p:txBody>
      </p:sp>
    </p:spTree>
    <p:extLst>
      <p:ext uri="{BB962C8B-B14F-4D97-AF65-F5344CB8AC3E}">
        <p14:creationId xmlns:p14="http://schemas.microsoft.com/office/powerpoint/2010/main" val="4191947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16E660-3FE3-7031-5864-0CDF5D4B6E27}"/>
              </a:ext>
            </a:extLst>
          </p:cNvPr>
          <p:cNvSpPr txBox="1"/>
          <p:nvPr/>
        </p:nvSpPr>
        <p:spPr>
          <a:xfrm>
            <a:off x="3177699" y="1446177"/>
            <a:ext cx="2399489" cy="584775"/>
          </a:xfrm>
          <a:prstGeom prst="rect">
            <a:avLst/>
          </a:prstGeom>
          <a:noFill/>
        </p:spPr>
        <p:txBody>
          <a:bodyPr wrap="square" rtlCol="0">
            <a:spAutoFit/>
          </a:bodyPr>
          <a:lstStyle/>
          <a:p>
            <a:r>
              <a:rPr lang="en-US" sz="3200" dirty="0">
                <a:solidFill>
                  <a:schemeClr val="bg1"/>
                </a:solidFill>
              </a:rPr>
              <a:t>Thank You</a:t>
            </a:r>
          </a:p>
        </p:txBody>
      </p:sp>
    </p:spTree>
  </p:cSld>
  <p:clrMapOvr>
    <a:masterClrMapping/>
  </p:clrMapOvr>
</p:sld>
</file>

<file path=ppt/theme/theme1.xml><?xml version="1.0" encoding="utf-8"?>
<a:theme xmlns:a="http://schemas.openxmlformats.org/drawingml/2006/main" name="SE15_LIO_TextOnly V3">
  <a:themeElements>
    <a:clrScheme name="SE Life Green MS Office">
      <a:dk1>
        <a:sysClr val="windowText" lastClr="000000"/>
      </a:dk1>
      <a:lt1>
        <a:sysClr val="window" lastClr="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B10043"/>
      </a:hlink>
      <a:folHlink>
        <a:srgbClr val="42B4E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chneider Text Slides">
  <a:themeElements>
    <a:clrScheme name="SE Life Green MS Office">
      <a:dk1>
        <a:sysClr val="windowText" lastClr="000000"/>
      </a:dk1>
      <a:lt1>
        <a:sysClr val="window" lastClr="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B10043"/>
      </a:hlink>
      <a:folHlink>
        <a:srgbClr val="42B4E6"/>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blank</Template>
  <TotalTime>311</TotalTime>
  <Words>618</Words>
  <Application>Microsoft Office PowerPoint</Application>
  <PresentationFormat>On-screen Show (16:9)</PresentationFormat>
  <Paragraphs>70</Paragraphs>
  <Slides>9</Slides>
  <Notes>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9</vt:i4>
      </vt:variant>
    </vt:vector>
  </HeadingPairs>
  <TitlesOfParts>
    <vt:vector size="14" baseType="lpstr">
      <vt:lpstr>Lucida Grande</vt:lpstr>
      <vt:lpstr>Arial</vt:lpstr>
      <vt:lpstr>Calibri</vt:lpstr>
      <vt:lpstr>SE15_LIO_TextOnly V3</vt:lpstr>
      <vt:lpstr>Schneider Text Slides</vt:lpstr>
      <vt:lpstr>SmartConnect Module for OEM Smart Line-interactive UPS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SmartConnect Module for OEM Smart Line-interactive UPS</dc:title>
  <dc:creator>Max PENG</dc:creator>
  <cp:lastModifiedBy>Max PENG</cp:lastModifiedBy>
  <cp:revision>24</cp:revision>
  <dcterms:created xsi:type="dcterms:W3CDTF">2023-06-13T02:16:32Z</dcterms:created>
  <dcterms:modified xsi:type="dcterms:W3CDTF">2023-06-13T07:32:06Z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3f93e5f-d3c2-49a7-ba94-15405423c204_Enabled">
    <vt:lpwstr>true</vt:lpwstr>
  </property>
  <property fmtid="{D5CDD505-2E9C-101B-9397-08002B2CF9AE}" pid="3" name="MSIP_Label_23f93e5f-d3c2-49a7-ba94-15405423c204_SetDate">
    <vt:lpwstr>2023-06-13T07:32:06Z</vt:lpwstr>
  </property>
  <property fmtid="{D5CDD505-2E9C-101B-9397-08002B2CF9AE}" pid="4" name="MSIP_Label_23f93e5f-d3c2-49a7-ba94-15405423c204_Method">
    <vt:lpwstr>Standard</vt:lpwstr>
  </property>
  <property fmtid="{D5CDD505-2E9C-101B-9397-08002B2CF9AE}" pid="5" name="MSIP_Label_23f93e5f-d3c2-49a7-ba94-15405423c204_Name">
    <vt:lpwstr>SE Internal</vt:lpwstr>
  </property>
  <property fmtid="{D5CDD505-2E9C-101B-9397-08002B2CF9AE}" pid="6" name="MSIP_Label_23f93e5f-d3c2-49a7-ba94-15405423c204_SiteId">
    <vt:lpwstr>6e51e1ad-c54b-4b39-b598-0ffe9ae68fef</vt:lpwstr>
  </property>
  <property fmtid="{D5CDD505-2E9C-101B-9397-08002B2CF9AE}" pid="7" name="MSIP_Label_23f93e5f-d3c2-49a7-ba94-15405423c204_ActionId">
    <vt:lpwstr>328465c9-f692-4b86-88f1-6f21494be347</vt:lpwstr>
  </property>
  <property fmtid="{D5CDD505-2E9C-101B-9397-08002B2CF9AE}" pid="8" name="MSIP_Label_23f93e5f-d3c2-49a7-ba94-15405423c204_ContentBits">
    <vt:lpwstr>2</vt:lpwstr>
  </property>
</Properties>
</file>